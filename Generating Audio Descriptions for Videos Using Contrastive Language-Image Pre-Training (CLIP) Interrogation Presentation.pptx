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5143500" cx="9144000"/>
  <p:notesSz cx="6858000" cy="9144000"/>
  <p:embeddedFontLst>
    <p:embeddedFont>
      <p:font typeface="Raleway"/>
      <p:regular r:id="rId32"/>
      <p:bold r:id="rId33"/>
      <p:italic r:id="rId34"/>
      <p:boldItalic r:id="rId35"/>
    </p:embeddedFont>
    <p:embeddedFont>
      <p:font typeface="Arimo"/>
      <p:regular r:id="rId36"/>
      <p:bold r:id="rId37"/>
      <p:italic r:id="rId38"/>
      <p:boldItalic r:id="rId39"/>
    </p:embeddedFont>
    <p:embeddedFont>
      <p:font typeface="DM Serif Text"/>
      <p:regular r:id="rId40"/>
      <p: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erifText-regular.fntdata"/><Relationship Id="rId20" Type="http://schemas.openxmlformats.org/officeDocument/2006/relationships/slide" Target="slides/slide16.xml"/><Relationship Id="rId41" Type="http://schemas.openxmlformats.org/officeDocument/2006/relationships/font" Target="fonts/DMSerifText-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Raleway-bold.fntdata"/><Relationship Id="rId10" Type="http://schemas.openxmlformats.org/officeDocument/2006/relationships/slide" Target="slides/slide6.xml"/><Relationship Id="rId32" Type="http://schemas.openxmlformats.org/officeDocument/2006/relationships/font" Target="fonts/Raleway-regular.fntdata"/><Relationship Id="rId13" Type="http://schemas.openxmlformats.org/officeDocument/2006/relationships/slide" Target="slides/slide9.xml"/><Relationship Id="rId35" Type="http://schemas.openxmlformats.org/officeDocument/2006/relationships/font" Target="fonts/Raleway-boldItalic.fntdata"/><Relationship Id="rId12" Type="http://schemas.openxmlformats.org/officeDocument/2006/relationships/slide" Target="slides/slide8.xml"/><Relationship Id="rId34" Type="http://schemas.openxmlformats.org/officeDocument/2006/relationships/font" Target="fonts/Raleway-italic.fntdata"/><Relationship Id="rId15" Type="http://schemas.openxmlformats.org/officeDocument/2006/relationships/slide" Target="slides/slide11.xml"/><Relationship Id="rId37" Type="http://schemas.openxmlformats.org/officeDocument/2006/relationships/font" Target="fonts/Arimo-bold.fntdata"/><Relationship Id="rId14" Type="http://schemas.openxmlformats.org/officeDocument/2006/relationships/slide" Target="slides/slide10.xml"/><Relationship Id="rId36" Type="http://schemas.openxmlformats.org/officeDocument/2006/relationships/font" Target="fonts/Arimo-regular.fntdata"/><Relationship Id="rId17" Type="http://schemas.openxmlformats.org/officeDocument/2006/relationships/slide" Target="slides/slide13.xml"/><Relationship Id="rId39" Type="http://schemas.openxmlformats.org/officeDocument/2006/relationships/font" Target="fonts/Arimo-boldItalic.fntdata"/><Relationship Id="rId16" Type="http://schemas.openxmlformats.org/officeDocument/2006/relationships/slide" Target="slides/slide12.xml"/><Relationship Id="rId38" Type="http://schemas.openxmlformats.org/officeDocument/2006/relationships/font" Target="fonts/Arimo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58ec13baf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58ec13baf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58ec13baf1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58ec13baf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58ec13baf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58ec13baf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35fb8fcf7e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35fb8fcf7e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5fb8fcf7e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35fb8fcf7e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58ec13baf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58ec13baf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35fb8fcf7e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35fb8fcf7e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58ec13baf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58ec13baf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58ec13baf1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58ec13baf1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58ec13baf1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58ec13baf1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58ec13baf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58ec13baf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35fb8fcf7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35fb8fcf7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58ec13baf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58ec13baf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35fb8fcf7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35fb8fcf7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58ec13baf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58ec13baf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58ec13baf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58ec13baf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58ec13baf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58ec13baf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35fb8fcf7e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35fb8fcf7e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35fb8fcf7e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35fb8fcf7e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8ec13baf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58ec13baf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58ec13baf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58ec13baf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58ec13baf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58ec13baf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58ec13baf1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58ec13baf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58ec13baf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58ec13baf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58ec13baf1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58ec13baf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58ec13baf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58ec13baf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715100" y="1012438"/>
            <a:ext cx="6251100" cy="15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0" y="3721563"/>
            <a:ext cx="38568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rgbClr val="092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800388" y="-8450"/>
            <a:ext cx="13" cy="5152025"/>
            <a:chOff x="8800388" y="-8450"/>
            <a:chExt cx="13" cy="5152025"/>
          </a:xfrm>
        </p:grpSpPr>
        <p:cxnSp>
          <p:nvCxnSpPr>
            <p:cNvPr id="14" name="Google Shape;14;p2"/>
            <p:cNvCxnSpPr/>
            <p:nvPr/>
          </p:nvCxnSpPr>
          <p:spPr>
            <a:xfrm rot="10800000">
              <a:off x="8800400" y="-8450"/>
              <a:ext cx="0" cy="4616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800388" y="4608975"/>
              <a:ext cx="0" cy="534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" name="Google Shape;16;p2"/>
          <p:cNvGrpSpPr/>
          <p:nvPr/>
        </p:nvGrpSpPr>
        <p:grpSpPr>
          <a:xfrm>
            <a:off x="320975" y="4733475"/>
            <a:ext cx="394125" cy="271800"/>
            <a:chOff x="215225" y="4734875"/>
            <a:chExt cx="394125" cy="271800"/>
          </a:xfrm>
        </p:grpSpPr>
        <p:sp>
          <p:nvSpPr>
            <p:cNvPr id="17" name="Google Shape;17;p2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FFFFFF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0" y="1478750"/>
            <a:ext cx="9144000" cy="3665400"/>
          </a:xfrm>
          <a:prstGeom prst="rect">
            <a:avLst/>
          </a:prstGeom>
          <a:solidFill>
            <a:srgbClr val="092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" name="Google Shape;22;p3"/>
          <p:cNvGrpSpPr/>
          <p:nvPr/>
        </p:nvGrpSpPr>
        <p:grpSpPr>
          <a:xfrm>
            <a:off x="320975" y="4739233"/>
            <a:ext cx="394125" cy="271800"/>
            <a:chOff x="215225" y="4734875"/>
            <a:chExt cx="394125" cy="271800"/>
          </a:xfrm>
        </p:grpSpPr>
        <p:sp>
          <p:nvSpPr>
            <p:cNvPr id="23" name="Google Shape;23;p3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" name="Google Shape;25;p3"/>
          <p:cNvGrpSpPr/>
          <p:nvPr/>
        </p:nvGrpSpPr>
        <p:grpSpPr>
          <a:xfrm>
            <a:off x="8800950" y="-75"/>
            <a:ext cx="0" cy="5152275"/>
            <a:chOff x="8804325" y="-75"/>
            <a:chExt cx="0" cy="5152275"/>
          </a:xfrm>
        </p:grpSpPr>
        <p:cxnSp>
          <p:nvCxnSpPr>
            <p:cNvPr id="26" name="Google Shape;26;p3"/>
            <p:cNvCxnSpPr/>
            <p:nvPr/>
          </p:nvCxnSpPr>
          <p:spPr>
            <a:xfrm rot="10800000">
              <a:off x="8804325" y="1477500"/>
              <a:ext cx="0" cy="3674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3"/>
            <p:cNvCxnSpPr/>
            <p:nvPr/>
          </p:nvCxnSpPr>
          <p:spPr>
            <a:xfrm rot="10800000">
              <a:off x="8804325" y="-75"/>
              <a:ext cx="0" cy="147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" name="Google Shape;28;p3"/>
          <p:cNvSpPr txBox="1"/>
          <p:nvPr>
            <p:ph type="title"/>
          </p:nvPr>
        </p:nvSpPr>
        <p:spPr>
          <a:xfrm>
            <a:off x="4485400" y="1809175"/>
            <a:ext cx="3943500" cy="9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3"/>
          <p:cNvSpPr txBox="1"/>
          <p:nvPr>
            <p:ph hasCustomPrompt="1" idx="2" type="title"/>
          </p:nvPr>
        </p:nvSpPr>
        <p:spPr>
          <a:xfrm>
            <a:off x="715100" y="535000"/>
            <a:ext cx="1117500" cy="943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6000"/>
              <a:buNone/>
              <a:defRPr sz="6000">
                <a:solidFill>
                  <a:srgbClr val="09255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6000"/>
              <a:buNone/>
              <a:defRPr sz="6000">
                <a:solidFill>
                  <a:srgbClr val="09255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6000"/>
              <a:buNone/>
              <a:defRPr sz="6000">
                <a:solidFill>
                  <a:srgbClr val="09255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6000"/>
              <a:buNone/>
              <a:defRPr sz="6000">
                <a:solidFill>
                  <a:srgbClr val="09255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6000"/>
              <a:buNone/>
              <a:defRPr sz="6000">
                <a:solidFill>
                  <a:srgbClr val="09255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6000"/>
              <a:buNone/>
              <a:defRPr sz="6000">
                <a:solidFill>
                  <a:srgbClr val="09255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6000"/>
              <a:buNone/>
              <a:defRPr sz="6000">
                <a:solidFill>
                  <a:srgbClr val="09255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6000"/>
              <a:buNone/>
              <a:defRPr sz="6000">
                <a:solidFill>
                  <a:srgbClr val="09255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6000"/>
              <a:buNone/>
              <a:defRPr sz="6000">
                <a:solidFill>
                  <a:srgbClr val="092553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" name="Google Shape;34;p4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" name="Google Shape;35;p4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36" name="Google Shape;36;p4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" name="Google Shape;38;p4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39" name="Google Shape;39;p4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" name="Google Shape;40;p4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" name="Google Shape;41;p4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 flipH="1">
            <a:off x="1926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" name="Google Shape;45;p5"/>
          <p:cNvGrpSpPr/>
          <p:nvPr/>
        </p:nvGrpSpPr>
        <p:grpSpPr>
          <a:xfrm flipH="1" rot="-5400000">
            <a:off x="162316" y="2435865"/>
            <a:ext cx="394125" cy="271746"/>
            <a:chOff x="215225" y="4734875"/>
            <a:chExt cx="394125" cy="271800"/>
          </a:xfrm>
        </p:grpSpPr>
        <p:sp>
          <p:nvSpPr>
            <p:cNvPr id="46" name="Google Shape;46;p5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" name="Google Shape;48;p5"/>
          <p:cNvGrpSpPr/>
          <p:nvPr/>
        </p:nvGrpSpPr>
        <p:grpSpPr>
          <a:xfrm>
            <a:off x="973" y="-8375"/>
            <a:ext cx="9143739" cy="5152800"/>
            <a:chOff x="973" y="-8375"/>
            <a:chExt cx="9143739" cy="5152800"/>
          </a:xfrm>
        </p:grpSpPr>
        <p:cxnSp>
          <p:nvCxnSpPr>
            <p:cNvPr id="49" name="Google Shape;49;p5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" type="subTitle"/>
          </p:nvPr>
        </p:nvSpPr>
        <p:spPr>
          <a:xfrm>
            <a:off x="4923250" y="2421751"/>
            <a:ext cx="2505600" cy="15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subTitle"/>
          </p:nvPr>
        </p:nvSpPr>
        <p:spPr>
          <a:xfrm>
            <a:off x="1715375" y="2421750"/>
            <a:ext cx="2505600" cy="15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3" type="subTitle"/>
          </p:nvPr>
        </p:nvSpPr>
        <p:spPr>
          <a:xfrm>
            <a:off x="1715375" y="1771890"/>
            <a:ext cx="250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4" type="subTitle"/>
          </p:nvPr>
        </p:nvSpPr>
        <p:spPr>
          <a:xfrm>
            <a:off x="4923250" y="1771900"/>
            <a:ext cx="250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6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" name="Google Shape;60;p6"/>
          <p:cNvGrpSpPr/>
          <p:nvPr/>
        </p:nvGrpSpPr>
        <p:grpSpPr>
          <a:xfrm>
            <a:off x="0" y="-14925"/>
            <a:ext cx="9151800" cy="5158500"/>
            <a:chOff x="0" y="-14925"/>
            <a:chExt cx="9151800" cy="5158500"/>
          </a:xfrm>
        </p:grpSpPr>
        <p:cxnSp>
          <p:nvCxnSpPr>
            <p:cNvPr id="61" name="Google Shape;61;p6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6"/>
            <p:cNvCxnSpPr/>
            <p:nvPr/>
          </p:nvCxnSpPr>
          <p:spPr>
            <a:xfrm rot="10800000">
              <a:off x="343050" y="533475"/>
              <a:ext cx="0" cy="461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6"/>
            <p:cNvCxnSpPr/>
            <p:nvPr/>
          </p:nvCxnSpPr>
          <p:spPr>
            <a:xfrm rot="10800000">
              <a:off x="343050" y="-14925"/>
              <a:ext cx="0" cy="54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4" name="Google Shape;64;p6"/>
          <p:cNvGrpSpPr/>
          <p:nvPr/>
        </p:nvGrpSpPr>
        <p:grpSpPr>
          <a:xfrm>
            <a:off x="8603888" y="123825"/>
            <a:ext cx="394125" cy="271800"/>
            <a:chOff x="215225" y="4734875"/>
            <a:chExt cx="394125" cy="271800"/>
          </a:xfrm>
        </p:grpSpPr>
        <p:sp>
          <p:nvSpPr>
            <p:cNvPr id="65" name="Google Shape;65;p6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 txBox="1"/>
          <p:nvPr>
            <p:ph type="title"/>
          </p:nvPr>
        </p:nvSpPr>
        <p:spPr>
          <a:xfrm>
            <a:off x="720000" y="1042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3000"/>
              <a:buNone/>
              <a:defRPr>
                <a:solidFill>
                  <a:srgbClr val="09255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3500"/>
              <a:buNone/>
              <a:defRPr>
                <a:solidFill>
                  <a:srgbClr val="09255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3500"/>
              <a:buNone/>
              <a:defRPr>
                <a:solidFill>
                  <a:srgbClr val="09255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3500"/>
              <a:buNone/>
              <a:defRPr>
                <a:solidFill>
                  <a:srgbClr val="09255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3500"/>
              <a:buNone/>
              <a:defRPr>
                <a:solidFill>
                  <a:srgbClr val="09255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3500"/>
              <a:buNone/>
              <a:defRPr>
                <a:solidFill>
                  <a:srgbClr val="09255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3500"/>
              <a:buNone/>
              <a:defRPr>
                <a:solidFill>
                  <a:srgbClr val="09255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3500"/>
              <a:buNone/>
              <a:defRPr>
                <a:solidFill>
                  <a:srgbClr val="09255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3500"/>
              <a:buNone/>
              <a:defRPr>
                <a:solidFill>
                  <a:srgbClr val="092553"/>
                </a:solidFill>
              </a:defRPr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720000" y="1615500"/>
            <a:ext cx="38520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1400"/>
              <a:buChar char="●"/>
              <a:defRPr sz="1400">
                <a:solidFill>
                  <a:srgbClr val="092553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1200"/>
              <a:buChar char="○"/>
              <a:defRPr>
                <a:solidFill>
                  <a:srgbClr val="09255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1200"/>
              <a:buChar char="■"/>
              <a:defRPr>
                <a:solidFill>
                  <a:srgbClr val="09255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1200"/>
              <a:buChar char="●"/>
              <a:defRPr>
                <a:solidFill>
                  <a:srgbClr val="09255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1200"/>
              <a:buChar char="○"/>
              <a:defRPr>
                <a:solidFill>
                  <a:srgbClr val="09255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1200"/>
              <a:buChar char="■"/>
              <a:defRPr>
                <a:solidFill>
                  <a:srgbClr val="09255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1200"/>
              <a:buChar char="●"/>
              <a:defRPr>
                <a:solidFill>
                  <a:srgbClr val="09255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1200"/>
              <a:buChar char="○"/>
              <a:defRPr>
                <a:solidFill>
                  <a:srgbClr val="09255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1200"/>
              <a:buChar char="■"/>
              <a:defRPr>
                <a:solidFill>
                  <a:srgbClr val="092553"/>
                </a:solidFill>
              </a:defRPr>
            </a:lvl9pPr>
          </a:lstStyle>
          <a:p/>
        </p:txBody>
      </p:sp>
      <p:sp>
        <p:nvSpPr>
          <p:cNvPr id="72" name="Google Shape;72;p7"/>
          <p:cNvSpPr/>
          <p:nvPr>
            <p:ph idx="2" type="pic"/>
          </p:nvPr>
        </p:nvSpPr>
        <p:spPr>
          <a:xfrm>
            <a:off x="5304925" y="681375"/>
            <a:ext cx="3123900" cy="37806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7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rgbClr val="092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92553"/>
              </a:solidFill>
            </a:endParaRPr>
          </a:p>
        </p:txBody>
      </p:sp>
      <p:grpSp>
        <p:nvGrpSpPr>
          <p:cNvPr id="74" name="Google Shape;74;p7"/>
          <p:cNvGrpSpPr/>
          <p:nvPr/>
        </p:nvGrpSpPr>
        <p:grpSpPr>
          <a:xfrm>
            <a:off x="4374925" y="4740200"/>
            <a:ext cx="394125" cy="271800"/>
            <a:chOff x="215225" y="4734875"/>
            <a:chExt cx="394125" cy="271800"/>
          </a:xfrm>
        </p:grpSpPr>
        <p:sp>
          <p:nvSpPr>
            <p:cNvPr id="75" name="Google Shape;75;p7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" name="Google Shape;77;p7"/>
          <p:cNvGrpSpPr/>
          <p:nvPr/>
        </p:nvGrpSpPr>
        <p:grpSpPr>
          <a:xfrm>
            <a:off x="-6303" y="-673"/>
            <a:ext cx="9170700" cy="5161600"/>
            <a:chOff x="-6303" y="-673"/>
            <a:chExt cx="9170700" cy="5161600"/>
          </a:xfrm>
        </p:grpSpPr>
        <p:grpSp>
          <p:nvGrpSpPr>
            <p:cNvPr id="78" name="Google Shape;78;p7"/>
            <p:cNvGrpSpPr/>
            <p:nvPr/>
          </p:nvGrpSpPr>
          <p:grpSpPr>
            <a:xfrm>
              <a:off x="8800938" y="-673"/>
              <a:ext cx="13" cy="5161600"/>
              <a:chOff x="8800938" y="-18025"/>
              <a:chExt cx="13" cy="5161600"/>
            </a:xfrm>
          </p:grpSpPr>
          <p:cxnSp>
            <p:nvCxnSpPr>
              <p:cNvPr id="79" name="Google Shape;79;p7"/>
              <p:cNvCxnSpPr/>
              <p:nvPr/>
            </p:nvCxnSpPr>
            <p:spPr>
              <a:xfrm rot="10800000">
                <a:off x="8800950" y="-18025"/>
                <a:ext cx="0" cy="461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" name="Google Shape;80;p7"/>
              <p:cNvCxnSpPr/>
              <p:nvPr/>
            </p:nvCxnSpPr>
            <p:spPr>
              <a:xfrm rot="10800000">
                <a:off x="8800938" y="4590975"/>
                <a:ext cx="0" cy="55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81" name="Google Shape;81;p7"/>
            <p:cNvCxnSpPr/>
            <p:nvPr/>
          </p:nvCxnSpPr>
          <p:spPr>
            <a:xfrm>
              <a:off x="-6303" y="251525"/>
              <a:ext cx="9170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8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 txBox="1"/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5" name="Google Shape;85;p8"/>
          <p:cNvSpPr/>
          <p:nvPr/>
        </p:nvSpPr>
        <p:spPr>
          <a:xfrm flipH="1">
            <a:off x="1926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" name="Google Shape;86;p8"/>
          <p:cNvGrpSpPr/>
          <p:nvPr/>
        </p:nvGrpSpPr>
        <p:grpSpPr>
          <a:xfrm flipH="1" rot="-5400000">
            <a:off x="162316" y="2435865"/>
            <a:ext cx="394125" cy="271746"/>
            <a:chOff x="215225" y="4734875"/>
            <a:chExt cx="394125" cy="271800"/>
          </a:xfrm>
        </p:grpSpPr>
        <p:sp>
          <p:nvSpPr>
            <p:cNvPr id="87" name="Google Shape;87;p8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973" y="-8375"/>
            <a:ext cx="9143739" cy="5152800"/>
            <a:chOff x="973" y="-8375"/>
            <a:chExt cx="9143739" cy="5152800"/>
          </a:xfrm>
        </p:grpSpPr>
        <p:cxnSp>
          <p:nvCxnSpPr>
            <p:cNvPr id="90" name="Google Shape;90;p8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8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8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9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 txBox="1"/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9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" name="Google Shape;98;p9"/>
          <p:cNvGrpSpPr/>
          <p:nvPr/>
        </p:nvGrpSpPr>
        <p:grpSpPr>
          <a:xfrm>
            <a:off x="4374800" y="123825"/>
            <a:ext cx="394125" cy="271800"/>
            <a:chOff x="215225" y="4734875"/>
            <a:chExt cx="394125" cy="271800"/>
          </a:xfrm>
        </p:grpSpPr>
        <p:sp>
          <p:nvSpPr>
            <p:cNvPr id="99" name="Google Shape;99;p9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" name="Google Shape;101;p9"/>
          <p:cNvGrpSpPr/>
          <p:nvPr/>
        </p:nvGrpSpPr>
        <p:grpSpPr>
          <a:xfrm>
            <a:off x="0" y="-11550"/>
            <a:ext cx="9151800" cy="5156975"/>
            <a:chOff x="0" y="-11550"/>
            <a:chExt cx="9151800" cy="5156975"/>
          </a:xfrm>
        </p:grpSpPr>
        <p:cxnSp>
          <p:nvCxnSpPr>
            <p:cNvPr id="102" name="Google Shape;102;p9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3" name="Google Shape;103;p9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104" name="Google Shape;104;p9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/>
          <p:nvPr>
            <p:ph idx="2" type="pic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1"/>
          <p:cNvSpPr/>
          <p:nvPr/>
        </p:nvSpPr>
        <p:spPr>
          <a:xfrm>
            <a:off x="0" y="0"/>
            <a:ext cx="9144000" cy="398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1"/>
          <p:cNvGrpSpPr/>
          <p:nvPr/>
        </p:nvGrpSpPr>
        <p:grpSpPr>
          <a:xfrm rot="5400000">
            <a:off x="145975" y="1971996"/>
            <a:ext cx="394125" cy="271800"/>
            <a:chOff x="215225" y="4734875"/>
            <a:chExt cx="394125" cy="271800"/>
          </a:xfrm>
        </p:grpSpPr>
        <p:sp>
          <p:nvSpPr>
            <p:cNvPr id="113" name="Google Shape;113;p11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8800350" y="-25"/>
            <a:ext cx="600" cy="5152225"/>
            <a:chOff x="8803725" y="-25"/>
            <a:chExt cx="600" cy="5152225"/>
          </a:xfrm>
        </p:grpSpPr>
        <p:cxnSp>
          <p:nvCxnSpPr>
            <p:cNvPr id="116" name="Google Shape;116;p11"/>
            <p:cNvCxnSpPr/>
            <p:nvPr/>
          </p:nvCxnSpPr>
          <p:spPr>
            <a:xfrm rot="10800000">
              <a:off x="8803725" y="3979800"/>
              <a:ext cx="600" cy="1172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" name="Google Shape;117;p11"/>
            <p:cNvCxnSpPr/>
            <p:nvPr/>
          </p:nvCxnSpPr>
          <p:spPr>
            <a:xfrm rot="10800000">
              <a:off x="8804325" y="-25"/>
              <a:ext cx="0" cy="3978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8" name="Google Shape;118;p11"/>
          <p:cNvSpPr txBox="1"/>
          <p:nvPr>
            <p:ph hasCustomPrompt="1" type="title"/>
          </p:nvPr>
        </p:nvSpPr>
        <p:spPr>
          <a:xfrm>
            <a:off x="1660950" y="1484200"/>
            <a:ext cx="5822100" cy="124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9" name="Google Shape;119;p11"/>
          <p:cNvSpPr txBox="1"/>
          <p:nvPr>
            <p:ph idx="1" type="subTitle"/>
          </p:nvPr>
        </p:nvSpPr>
        <p:spPr>
          <a:xfrm>
            <a:off x="1660950" y="2731600"/>
            <a:ext cx="5822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3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hasCustomPrompt="1" idx="2" type="title"/>
          </p:nvPr>
        </p:nvSpPr>
        <p:spPr>
          <a:xfrm>
            <a:off x="720000" y="1779523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/>
          <p:nvPr>
            <p:ph hasCustomPrompt="1" idx="3" type="title"/>
          </p:nvPr>
        </p:nvSpPr>
        <p:spPr>
          <a:xfrm>
            <a:off x="720000" y="32128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/>
          <p:nvPr>
            <p:ph hasCustomPrompt="1" idx="4" type="title"/>
          </p:nvPr>
        </p:nvSpPr>
        <p:spPr>
          <a:xfrm>
            <a:off x="3419275" y="1779523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/>
          <p:nvPr>
            <p:ph hasCustomPrompt="1" idx="5" type="title"/>
          </p:nvPr>
        </p:nvSpPr>
        <p:spPr>
          <a:xfrm>
            <a:off x="3419275" y="32128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/>
          <p:nvPr>
            <p:ph hasCustomPrompt="1" idx="6" type="title"/>
          </p:nvPr>
        </p:nvSpPr>
        <p:spPr>
          <a:xfrm>
            <a:off x="6118550" y="1779523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/>
          <p:nvPr>
            <p:ph hasCustomPrompt="1" idx="7" type="title"/>
          </p:nvPr>
        </p:nvSpPr>
        <p:spPr>
          <a:xfrm>
            <a:off x="6118550" y="32128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/>
          <p:nvPr>
            <p:ph idx="1" type="subTitle"/>
          </p:nvPr>
        </p:nvSpPr>
        <p:spPr>
          <a:xfrm>
            <a:off x="720000" y="222712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8" type="subTitle"/>
          </p:nvPr>
        </p:nvSpPr>
        <p:spPr>
          <a:xfrm>
            <a:off x="3419275" y="222712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2" name="Google Shape;132;p13"/>
          <p:cNvSpPr txBox="1"/>
          <p:nvPr>
            <p:ph idx="9" type="subTitle"/>
          </p:nvPr>
        </p:nvSpPr>
        <p:spPr>
          <a:xfrm>
            <a:off x="6118550" y="222712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13" type="subTitle"/>
          </p:nvPr>
        </p:nvSpPr>
        <p:spPr>
          <a:xfrm>
            <a:off x="720000" y="36604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14" type="subTitle"/>
          </p:nvPr>
        </p:nvSpPr>
        <p:spPr>
          <a:xfrm>
            <a:off x="3419275" y="36604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5" type="subTitle"/>
          </p:nvPr>
        </p:nvSpPr>
        <p:spPr>
          <a:xfrm>
            <a:off x="6118550" y="36604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6" name="Google Shape;136;p13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" name="Google Shape;137;p13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138" name="Google Shape;138;p13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13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141" name="Google Shape;141;p13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13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13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4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/>
          <p:nvPr/>
        </p:nvSpPr>
        <p:spPr>
          <a:xfrm>
            <a:off x="0" y="2395100"/>
            <a:ext cx="9144000" cy="275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14"/>
          <p:cNvGrpSpPr/>
          <p:nvPr/>
        </p:nvGrpSpPr>
        <p:grpSpPr>
          <a:xfrm>
            <a:off x="4374938" y="4739233"/>
            <a:ext cx="394125" cy="271800"/>
            <a:chOff x="215225" y="4734875"/>
            <a:chExt cx="394125" cy="271800"/>
          </a:xfrm>
        </p:grpSpPr>
        <p:sp>
          <p:nvSpPr>
            <p:cNvPr id="148" name="Google Shape;148;p14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14"/>
          <p:cNvGrpSpPr/>
          <p:nvPr/>
        </p:nvGrpSpPr>
        <p:grpSpPr>
          <a:xfrm>
            <a:off x="342700" y="-50"/>
            <a:ext cx="0" cy="5152250"/>
            <a:chOff x="8804325" y="-50"/>
            <a:chExt cx="0" cy="5152250"/>
          </a:xfrm>
        </p:grpSpPr>
        <p:cxnSp>
          <p:nvCxnSpPr>
            <p:cNvPr id="151" name="Google Shape;151;p14"/>
            <p:cNvCxnSpPr/>
            <p:nvPr/>
          </p:nvCxnSpPr>
          <p:spPr>
            <a:xfrm rot="10800000">
              <a:off x="8804325" y="2399100"/>
              <a:ext cx="0" cy="2753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14"/>
            <p:cNvCxnSpPr/>
            <p:nvPr/>
          </p:nvCxnSpPr>
          <p:spPr>
            <a:xfrm rot="10800000">
              <a:off x="8804325" y="-50"/>
              <a:ext cx="0" cy="2405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3" name="Google Shape;153;p14"/>
          <p:cNvCxnSpPr/>
          <p:nvPr/>
        </p:nvCxnSpPr>
        <p:spPr>
          <a:xfrm>
            <a:off x="-286075" y="5340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14"/>
          <p:cNvSpPr txBox="1"/>
          <p:nvPr>
            <p:ph hasCustomPrompt="1" type="title"/>
          </p:nvPr>
        </p:nvSpPr>
        <p:spPr>
          <a:xfrm>
            <a:off x="798388" y="274837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14"/>
          <p:cNvSpPr txBox="1"/>
          <p:nvPr>
            <p:ph idx="1" type="subTitle"/>
          </p:nvPr>
        </p:nvSpPr>
        <p:spPr>
          <a:xfrm>
            <a:off x="798388" y="3507297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4"/>
          <p:cNvSpPr txBox="1"/>
          <p:nvPr>
            <p:ph hasCustomPrompt="1" idx="2" type="title"/>
          </p:nvPr>
        </p:nvSpPr>
        <p:spPr>
          <a:xfrm>
            <a:off x="2825700" y="1037389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7" name="Google Shape;157;p14"/>
          <p:cNvSpPr txBox="1"/>
          <p:nvPr>
            <p:ph idx="3" type="subTitle"/>
          </p:nvPr>
        </p:nvSpPr>
        <p:spPr>
          <a:xfrm>
            <a:off x="2825700" y="1796301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" name="Google Shape;158;p14"/>
          <p:cNvSpPr txBox="1"/>
          <p:nvPr>
            <p:ph hasCustomPrompt="1" idx="4" type="title"/>
          </p:nvPr>
        </p:nvSpPr>
        <p:spPr>
          <a:xfrm>
            <a:off x="4853013" y="274837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9" name="Google Shape;159;p14"/>
          <p:cNvSpPr txBox="1"/>
          <p:nvPr>
            <p:ph idx="5" type="subTitle"/>
          </p:nvPr>
        </p:nvSpPr>
        <p:spPr>
          <a:xfrm>
            <a:off x="4853013" y="3507297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5"/>
          <p:cNvSpPr txBox="1"/>
          <p:nvPr>
            <p:ph type="title"/>
          </p:nvPr>
        </p:nvSpPr>
        <p:spPr>
          <a:xfrm>
            <a:off x="720000" y="823225"/>
            <a:ext cx="3123900" cy="61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3" name="Google Shape;163;p15"/>
          <p:cNvSpPr txBox="1"/>
          <p:nvPr>
            <p:ph idx="1" type="subTitle"/>
          </p:nvPr>
        </p:nvSpPr>
        <p:spPr>
          <a:xfrm>
            <a:off x="720000" y="1491175"/>
            <a:ext cx="31239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4" name="Google Shape;164;p15"/>
          <p:cNvSpPr/>
          <p:nvPr>
            <p:ph idx="2" type="pic"/>
          </p:nvPr>
        </p:nvSpPr>
        <p:spPr>
          <a:xfrm>
            <a:off x="6212050" y="535000"/>
            <a:ext cx="2216700" cy="41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5"/>
          <p:cNvSpPr/>
          <p:nvPr>
            <p:ph idx="3" type="pic"/>
          </p:nvPr>
        </p:nvSpPr>
        <p:spPr>
          <a:xfrm>
            <a:off x="715100" y="2701800"/>
            <a:ext cx="2541000" cy="193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5"/>
          <p:cNvSpPr/>
          <p:nvPr>
            <p:ph idx="4" type="pic"/>
          </p:nvPr>
        </p:nvSpPr>
        <p:spPr>
          <a:xfrm>
            <a:off x="3346050" y="2701775"/>
            <a:ext cx="2776200" cy="193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5"/>
          <p:cNvSpPr/>
          <p:nvPr>
            <p:ph idx="5" type="pic"/>
          </p:nvPr>
        </p:nvSpPr>
        <p:spPr>
          <a:xfrm>
            <a:off x="4386900" y="535000"/>
            <a:ext cx="1735200" cy="2064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5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" name="Google Shape;169;p15"/>
          <p:cNvGrpSpPr/>
          <p:nvPr/>
        </p:nvGrpSpPr>
        <p:grpSpPr>
          <a:xfrm>
            <a:off x="4374800" y="123825"/>
            <a:ext cx="394125" cy="271800"/>
            <a:chOff x="215225" y="4734875"/>
            <a:chExt cx="394125" cy="271800"/>
          </a:xfrm>
        </p:grpSpPr>
        <p:sp>
          <p:nvSpPr>
            <p:cNvPr id="170" name="Google Shape;170;p15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" name="Google Shape;172;p15"/>
          <p:cNvGrpSpPr/>
          <p:nvPr/>
        </p:nvGrpSpPr>
        <p:grpSpPr>
          <a:xfrm>
            <a:off x="0" y="-11550"/>
            <a:ext cx="9151800" cy="5156975"/>
            <a:chOff x="0" y="-11550"/>
            <a:chExt cx="9151800" cy="5156975"/>
          </a:xfrm>
        </p:grpSpPr>
        <p:cxnSp>
          <p:nvCxnSpPr>
            <p:cNvPr id="173" name="Google Shape;173;p15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74" name="Google Shape;174;p15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175" name="Google Shape;175;p15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" name="Google Shape;176;p15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_1"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6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 txBox="1"/>
          <p:nvPr>
            <p:ph type="title"/>
          </p:nvPr>
        </p:nvSpPr>
        <p:spPr>
          <a:xfrm>
            <a:off x="887950" y="1339775"/>
            <a:ext cx="3309900" cy="109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0" name="Google Shape;180;p16"/>
          <p:cNvSpPr txBox="1"/>
          <p:nvPr>
            <p:ph idx="1" type="subTitle"/>
          </p:nvPr>
        </p:nvSpPr>
        <p:spPr>
          <a:xfrm>
            <a:off x="887950" y="2799325"/>
            <a:ext cx="3309900" cy="10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1" name="Google Shape;181;p16"/>
          <p:cNvSpPr/>
          <p:nvPr>
            <p:ph idx="2" type="pic"/>
          </p:nvPr>
        </p:nvSpPr>
        <p:spPr>
          <a:xfrm>
            <a:off x="5005812" y="820425"/>
            <a:ext cx="3250200" cy="3502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6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" name="Google Shape;183;p16"/>
          <p:cNvGrpSpPr/>
          <p:nvPr/>
        </p:nvGrpSpPr>
        <p:grpSpPr>
          <a:xfrm>
            <a:off x="343050" y="-14925"/>
            <a:ext cx="0" cy="5158500"/>
            <a:chOff x="343050" y="-14925"/>
            <a:chExt cx="0" cy="5158500"/>
          </a:xfrm>
        </p:grpSpPr>
        <p:cxnSp>
          <p:nvCxnSpPr>
            <p:cNvPr id="184" name="Google Shape;184;p16"/>
            <p:cNvCxnSpPr/>
            <p:nvPr/>
          </p:nvCxnSpPr>
          <p:spPr>
            <a:xfrm rot="10800000">
              <a:off x="343050" y="533475"/>
              <a:ext cx="0" cy="461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16"/>
            <p:cNvCxnSpPr/>
            <p:nvPr/>
          </p:nvCxnSpPr>
          <p:spPr>
            <a:xfrm rot="10800000">
              <a:off x="343050" y="-14925"/>
              <a:ext cx="0" cy="54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6" name="Google Shape;186;p16"/>
          <p:cNvGrpSpPr/>
          <p:nvPr/>
        </p:nvGrpSpPr>
        <p:grpSpPr>
          <a:xfrm>
            <a:off x="8603888" y="123825"/>
            <a:ext cx="394125" cy="271800"/>
            <a:chOff x="215225" y="4734875"/>
            <a:chExt cx="394125" cy="271800"/>
          </a:xfrm>
        </p:grpSpPr>
        <p:sp>
          <p:nvSpPr>
            <p:cNvPr id="187" name="Google Shape;187;p16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1"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7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2" name="Google Shape;192;p17"/>
          <p:cNvSpPr txBox="1"/>
          <p:nvPr>
            <p:ph idx="1" type="body"/>
          </p:nvPr>
        </p:nvSpPr>
        <p:spPr>
          <a:xfrm>
            <a:off x="720000" y="1152475"/>
            <a:ext cx="77040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3" name="Google Shape;193;p17"/>
          <p:cNvSpPr/>
          <p:nvPr/>
        </p:nvSpPr>
        <p:spPr>
          <a:xfrm flipH="1">
            <a:off x="1926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" name="Google Shape;194;p17"/>
          <p:cNvGrpSpPr/>
          <p:nvPr/>
        </p:nvGrpSpPr>
        <p:grpSpPr>
          <a:xfrm flipH="1" rot="-5400000">
            <a:off x="162316" y="595490"/>
            <a:ext cx="394125" cy="271746"/>
            <a:chOff x="215225" y="4734875"/>
            <a:chExt cx="394125" cy="271800"/>
          </a:xfrm>
        </p:grpSpPr>
        <p:sp>
          <p:nvSpPr>
            <p:cNvPr id="195" name="Google Shape;195;p17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" name="Google Shape;197;p17"/>
          <p:cNvGrpSpPr/>
          <p:nvPr/>
        </p:nvGrpSpPr>
        <p:grpSpPr>
          <a:xfrm>
            <a:off x="973" y="-8375"/>
            <a:ext cx="9143739" cy="5152800"/>
            <a:chOff x="973" y="-8375"/>
            <a:chExt cx="9143739" cy="5152800"/>
          </a:xfrm>
        </p:grpSpPr>
        <p:cxnSp>
          <p:nvCxnSpPr>
            <p:cNvPr id="198" name="Google Shape;198;p17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7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17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8"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8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4" name="Google Shape;204;p18"/>
          <p:cNvSpPr txBox="1"/>
          <p:nvPr>
            <p:ph idx="1" type="subTitle"/>
          </p:nvPr>
        </p:nvSpPr>
        <p:spPr>
          <a:xfrm>
            <a:off x="715100" y="1137550"/>
            <a:ext cx="77040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5" name="Google Shape;205;p18"/>
          <p:cNvSpPr txBox="1"/>
          <p:nvPr>
            <p:ph idx="2" type="subTitle"/>
          </p:nvPr>
        </p:nvSpPr>
        <p:spPr>
          <a:xfrm>
            <a:off x="715100" y="2135050"/>
            <a:ext cx="7704000" cy="14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6" name="Google Shape;206;p18"/>
          <p:cNvSpPr txBox="1"/>
          <p:nvPr>
            <p:ph idx="3" type="subTitle"/>
          </p:nvPr>
        </p:nvSpPr>
        <p:spPr>
          <a:xfrm>
            <a:off x="715100" y="3611160"/>
            <a:ext cx="77040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18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" name="Google Shape;208;p18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209" name="Google Shape;209;p18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" name="Google Shape;211;p18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212" name="Google Shape;212;p18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" name="Google Shape;213;p18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18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"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9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8" name="Google Shape;218;p19"/>
          <p:cNvSpPr txBox="1"/>
          <p:nvPr>
            <p:ph idx="1" type="subTitle"/>
          </p:nvPr>
        </p:nvSpPr>
        <p:spPr>
          <a:xfrm>
            <a:off x="824075" y="2421750"/>
            <a:ext cx="2243400" cy="17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19"/>
          <p:cNvSpPr txBox="1"/>
          <p:nvPr>
            <p:ph idx="2" type="subTitle"/>
          </p:nvPr>
        </p:nvSpPr>
        <p:spPr>
          <a:xfrm>
            <a:off x="3450365" y="2421750"/>
            <a:ext cx="2243400" cy="17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0" name="Google Shape;220;p19"/>
          <p:cNvSpPr txBox="1"/>
          <p:nvPr>
            <p:ph idx="3" type="subTitle"/>
          </p:nvPr>
        </p:nvSpPr>
        <p:spPr>
          <a:xfrm>
            <a:off x="6076661" y="2421750"/>
            <a:ext cx="2243400" cy="17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1" name="Google Shape;221;p19"/>
          <p:cNvSpPr txBox="1"/>
          <p:nvPr>
            <p:ph idx="4" type="subTitle"/>
          </p:nvPr>
        </p:nvSpPr>
        <p:spPr>
          <a:xfrm>
            <a:off x="824075" y="1806675"/>
            <a:ext cx="22434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2" name="Google Shape;222;p19"/>
          <p:cNvSpPr txBox="1"/>
          <p:nvPr>
            <p:ph idx="5" type="subTitle"/>
          </p:nvPr>
        </p:nvSpPr>
        <p:spPr>
          <a:xfrm>
            <a:off x="3450368" y="1806676"/>
            <a:ext cx="22434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6" type="subTitle"/>
          </p:nvPr>
        </p:nvSpPr>
        <p:spPr>
          <a:xfrm>
            <a:off x="6076661" y="1806675"/>
            <a:ext cx="22434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4" name="Google Shape;224;p19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" name="Google Shape;225;p19"/>
          <p:cNvGrpSpPr/>
          <p:nvPr/>
        </p:nvGrpSpPr>
        <p:grpSpPr>
          <a:xfrm>
            <a:off x="4374800" y="123825"/>
            <a:ext cx="394125" cy="271800"/>
            <a:chOff x="215225" y="4734875"/>
            <a:chExt cx="394125" cy="271800"/>
          </a:xfrm>
        </p:grpSpPr>
        <p:sp>
          <p:nvSpPr>
            <p:cNvPr id="226" name="Google Shape;226;p19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" name="Google Shape;228;p19"/>
          <p:cNvGrpSpPr/>
          <p:nvPr/>
        </p:nvGrpSpPr>
        <p:grpSpPr>
          <a:xfrm>
            <a:off x="0" y="-11550"/>
            <a:ext cx="9151800" cy="5156975"/>
            <a:chOff x="0" y="-11550"/>
            <a:chExt cx="9151800" cy="5156975"/>
          </a:xfrm>
        </p:grpSpPr>
        <p:cxnSp>
          <p:nvCxnSpPr>
            <p:cNvPr id="229" name="Google Shape;229;p19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30" name="Google Shape;230;p19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231" name="Google Shape;231;p19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" name="Google Shape;232;p19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0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6" name="Google Shape;236;p20"/>
          <p:cNvSpPr txBox="1"/>
          <p:nvPr>
            <p:ph idx="1" type="subTitle"/>
          </p:nvPr>
        </p:nvSpPr>
        <p:spPr>
          <a:xfrm>
            <a:off x="1163725" y="1230275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2" type="subTitle"/>
          </p:nvPr>
        </p:nvSpPr>
        <p:spPr>
          <a:xfrm>
            <a:off x="1163726" y="1756175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3" type="subTitle"/>
          </p:nvPr>
        </p:nvSpPr>
        <p:spPr>
          <a:xfrm>
            <a:off x="5013252" y="1756175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9" name="Google Shape;239;p20"/>
          <p:cNvSpPr txBox="1"/>
          <p:nvPr>
            <p:ph idx="4" type="subTitle"/>
          </p:nvPr>
        </p:nvSpPr>
        <p:spPr>
          <a:xfrm>
            <a:off x="1163726" y="3504500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20"/>
          <p:cNvSpPr txBox="1"/>
          <p:nvPr>
            <p:ph idx="5" type="subTitle"/>
          </p:nvPr>
        </p:nvSpPr>
        <p:spPr>
          <a:xfrm>
            <a:off x="5013252" y="3504500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1" name="Google Shape;241;p20"/>
          <p:cNvSpPr txBox="1"/>
          <p:nvPr>
            <p:ph idx="6" type="subTitle"/>
          </p:nvPr>
        </p:nvSpPr>
        <p:spPr>
          <a:xfrm>
            <a:off x="1163725" y="2978600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7" type="subTitle"/>
          </p:nvPr>
        </p:nvSpPr>
        <p:spPr>
          <a:xfrm>
            <a:off x="5013250" y="1230275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8" type="subTitle"/>
          </p:nvPr>
        </p:nvSpPr>
        <p:spPr>
          <a:xfrm>
            <a:off x="5013250" y="2978600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4" name="Google Shape;244;p20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20"/>
          <p:cNvGrpSpPr/>
          <p:nvPr/>
        </p:nvGrpSpPr>
        <p:grpSpPr>
          <a:xfrm rot="5400000">
            <a:off x="8589425" y="202025"/>
            <a:ext cx="394125" cy="271800"/>
            <a:chOff x="215225" y="4734875"/>
            <a:chExt cx="394125" cy="271800"/>
          </a:xfrm>
        </p:grpSpPr>
        <p:sp>
          <p:nvSpPr>
            <p:cNvPr id="246" name="Google Shape;246;p20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" name="Google Shape;248;p20"/>
          <p:cNvGrpSpPr/>
          <p:nvPr/>
        </p:nvGrpSpPr>
        <p:grpSpPr>
          <a:xfrm>
            <a:off x="0" y="-8275"/>
            <a:ext cx="9201825" cy="5153700"/>
            <a:chOff x="0" y="-8275"/>
            <a:chExt cx="9201825" cy="5153700"/>
          </a:xfrm>
        </p:grpSpPr>
        <p:grpSp>
          <p:nvGrpSpPr>
            <p:cNvPr id="249" name="Google Shape;249;p20"/>
            <p:cNvGrpSpPr/>
            <p:nvPr/>
          </p:nvGrpSpPr>
          <p:grpSpPr>
            <a:xfrm>
              <a:off x="0" y="4897525"/>
              <a:ext cx="9201825" cy="0"/>
              <a:chOff x="0" y="4897525"/>
              <a:chExt cx="9201825" cy="0"/>
            </a:xfrm>
          </p:grpSpPr>
          <p:cxnSp>
            <p:nvCxnSpPr>
              <p:cNvPr id="250" name="Google Shape;250;p20"/>
              <p:cNvCxnSpPr/>
              <p:nvPr/>
            </p:nvCxnSpPr>
            <p:spPr>
              <a:xfrm>
                <a:off x="0" y="4897525"/>
                <a:ext cx="8445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" name="Google Shape;251;p20"/>
              <p:cNvCxnSpPr/>
              <p:nvPr/>
            </p:nvCxnSpPr>
            <p:spPr>
              <a:xfrm>
                <a:off x="8428125" y="4897525"/>
                <a:ext cx="773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52" name="Google Shape;252;p20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1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6" name="Google Shape;256;p21"/>
          <p:cNvSpPr txBox="1"/>
          <p:nvPr>
            <p:ph idx="1" type="subTitle"/>
          </p:nvPr>
        </p:nvSpPr>
        <p:spPr>
          <a:xfrm>
            <a:off x="720000" y="1756186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7" name="Google Shape;257;p21"/>
          <p:cNvSpPr txBox="1"/>
          <p:nvPr>
            <p:ph idx="2" type="subTitle"/>
          </p:nvPr>
        </p:nvSpPr>
        <p:spPr>
          <a:xfrm>
            <a:off x="3579000" y="1756186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8" name="Google Shape;258;p21"/>
          <p:cNvSpPr txBox="1"/>
          <p:nvPr>
            <p:ph idx="3" type="subTitle"/>
          </p:nvPr>
        </p:nvSpPr>
        <p:spPr>
          <a:xfrm>
            <a:off x="720000" y="3504500"/>
            <a:ext cx="1993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9" name="Google Shape;259;p21"/>
          <p:cNvSpPr txBox="1"/>
          <p:nvPr>
            <p:ph idx="4" type="subTitle"/>
          </p:nvPr>
        </p:nvSpPr>
        <p:spPr>
          <a:xfrm>
            <a:off x="3579000" y="3504500"/>
            <a:ext cx="19782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21"/>
          <p:cNvSpPr txBox="1"/>
          <p:nvPr>
            <p:ph idx="5" type="subTitle"/>
          </p:nvPr>
        </p:nvSpPr>
        <p:spPr>
          <a:xfrm>
            <a:off x="6437997" y="1756186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" name="Google Shape;261;p21"/>
          <p:cNvSpPr txBox="1"/>
          <p:nvPr>
            <p:ph idx="6" type="subTitle"/>
          </p:nvPr>
        </p:nvSpPr>
        <p:spPr>
          <a:xfrm>
            <a:off x="6438000" y="35045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21"/>
          <p:cNvSpPr txBox="1"/>
          <p:nvPr>
            <p:ph idx="7" type="subTitle"/>
          </p:nvPr>
        </p:nvSpPr>
        <p:spPr>
          <a:xfrm>
            <a:off x="723900" y="1230275"/>
            <a:ext cx="19860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3" name="Google Shape;263;p21"/>
          <p:cNvSpPr txBox="1"/>
          <p:nvPr>
            <p:ph idx="8" type="subTitle"/>
          </p:nvPr>
        </p:nvSpPr>
        <p:spPr>
          <a:xfrm>
            <a:off x="3582900" y="1230275"/>
            <a:ext cx="19860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4" name="Google Shape;264;p21"/>
          <p:cNvSpPr txBox="1"/>
          <p:nvPr>
            <p:ph idx="9" type="subTitle"/>
          </p:nvPr>
        </p:nvSpPr>
        <p:spPr>
          <a:xfrm>
            <a:off x="6441900" y="1230275"/>
            <a:ext cx="19860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5" name="Google Shape;265;p21"/>
          <p:cNvSpPr txBox="1"/>
          <p:nvPr>
            <p:ph idx="13" type="subTitle"/>
          </p:nvPr>
        </p:nvSpPr>
        <p:spPr>
          <a:xfrm>
            <a:off x="723900" y="2978600"/>
            <a:ext cx="19860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6" name="Google Shape;266;p21"/>
          <p:cNvSpPr txBox="1"/>
          <p:nvPr>
            <p:ph idx="14" type="subTitle"/>
          </p:nvPr>
        </p:nvSpPr>
        <p:spPr>
          <a:xfrm>
            <a:off x="3582900" y="2978600"/>
            <a:ext cx="19860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7" name="Google Shape;267;p21"/>
          <p:cNvSpPr txBox="1"/>
          <p:nvPr>
            <p:ph idx="15" type="subTitle"/>
          </p:nvPr>
        </p:nvSpPr>
        <p:spPr>
          <a:xfrm>
            <a:off x="6441900" y="2978600"/>
            <a:ext cx="19860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8" name="Google Shape;268;p21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9" name="Google Shape;269;p21"/>
          <p:cNvGrpSpPr/>
          <p:nvPr/>
        </p:nvGrpSpPr>
        <p:grpSpPr>
          <a:xfrm>
            <a:off x="4374925" y="4740200"/>
            <a:ext cx="394125" cy="271800"/>
            <a:chOff x="215225" y="4734875"/>
            <a:chExt cx="394125" cy="271800"/>
          </a:xfrm>
        </p:grpSpPr>
        <p:sp>
          <p:nvSpPr>
            <p:cNvPr id="270" name="Google Shape;270;p21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" name="Google Shape;272;p21"/>
          <p:cNvGrpSpPr/>
          <p:nvPr/>
        </p:nvGrpSpPr>
        <p:grpSpPr>
          <a:xfrm>
            <a:off x="-6303" y="-673"/>
            <a:ext cx="9170700" cy="5161600"/>
            <a:chOff x="-6303" y="-673"/>
            <a:chExt cx="9170700" cy="5161600"/>
          </a:xfrm>
        </p:grpSpPr>
        <p:grpSp>
          <p:nvGrpSpPr>
            <p:cNvPr id="273" name="Google Shape;273;p21"/>
            <p:cNvGrpSpPr/>
            <p:nvPr/>
          </p:nvGrpSpPr>
          <p:grpSpPr>
            <a:xfrm>
              <a:off x="8800938" y="-673"/>
              <a:ext cx="13" cy="5161600"/>
              <a:chOff x="8800938" y="-18025"/>
              <a:chExt cx="13" cy="5161600"/>
            </a:xfrm>
          </p:grpSpPr>
          <p:cxnSp>
            <p:nvCxnSpPr>
              <p:cNvPr id="274" name="Google Shape;274;p21"/>
              <p:cNvCxnSpPr/>
              <p:nvPr/>
            </p:nvCxnSpPr>
            <p:spPr>
              <a:xfrm rot="10800000">
                <a:off x="8800950" y="-18025"/>
                <a:ext cx="0" cy="461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" name="Google Shape;275;p21"/>
              <p:cNvCxnSpPr/>
              <p:nvPr/>
            </p:nvCxnSpPr>
            <p:spPr>
              <a:xfrm rot="10800000">
                <a:off x="8800938" y="4590975"/>
                <a:ext cx="0" cy="55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76" name="Google Shape;276;p21"/>
            <p:cNvCxnSpPr/>
            <p:nvPr/>
          </p:nvCxnSpPr>
          <p:spPr>
            <a:xfrm>
              <a:off x="-6303" y="251525"/>
              <a:ext cx="9170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2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0" name="Google Shape;280;p22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1" name="Google Shape;281;p22"/>
          <p:cNvGrpSpPr/>
          <p:nvPr/>
        </p:nvGrpSpPr>
        <p:grpSpPr>
          <a:xfrm>
            <a:off x="4374925" y="4740200"/>
            <a:ext cx="394125" cy="271800"/>
            <a:chOff x="215225" y="4734875"/>
            <a:chExt cx="394125" cy="271800"/>
          </a:xfrm>
        </p:grpSpPr>
        <p:sp>
          <p:nvSpPr>
            <p:cNvPr id="282" name="Google Shape;282;p22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" name="Google Shape;284;p22"/>
          <p:cNvGrpSpPr/>
          <p:nvPr/>
        </p:nvGrpSpPr>
        <p:grpSpPr>
          <a:xfrm>
            <a:off x="-6303" y="-673"/>
            <a:ext cx="9170700" cy="5161600"/>
            <a:chOff x="-6303" y="-673"/>
            <a:chExt cx="9170700" cy="5161600"/>
          </a:xfrm>
        </p:grpSpPr>
        <p:grpSp>
          <p:nvGrpSpPr>
            <p:cNvPr id="285" name="Google Shape;285;p22"/>
            <p:cNvGrpSpPr/>
            <p:nvPr/>
          </p:nvGrpSpPr>
          <p:grpSpPr>
            <a:xfrm>
              <a:off x="8800938" y="-673"/>
              <a:ext cx="13" cy="5161600"/>
              <a:chOff x="8800938" y="-18025"/>
              <a:chExt cx="13" cy="5161600"/>
            </a:xfrm>
          </p:grpSpPr>
          <p:cxnSp>
            <p:nvCxnSpPr>
              <p:cNvPr id="286" name="Google Shape;286;p22"/>
              <p:cNvCxnSpPr/>
              <p:nvPr/>
            </p:nvCxnSpPr>
            <p:spPr>
              <a:xfrm rot="10800000">
                <a:off x="8800950" y="-18025"/>
                <a:ext cx="0" cy="461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" name="Google Shape;287;p22"/>
              <p:cNvCxnSpPr/>
              <p:nvPr/>
            </p:nvCxnSpPr>
            <p:spPr>
              <a:xfrm rot="10800000">
                <a:off x="8800938" y="4590975"/>
                <a:ext cx="0" cy="55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88" name="Google Shape;288;p22"/>
            <p:cNvCxnSpPr/>
            <p:nvPr/>
          </p:nvCxnSpPr>
          <p:spPr>
            <a:xfrm>
              <a:off x="-6303" y="251525"/>
              <a:ext cx="9170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3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2" name="Google Shape;292;p23"/>
          <p:cNvSpPr/>
          <p:nvPr/>
        </p:nvSpPr>
        <p:spPr>
          <a:xfrm flipH="1">
            <a:off x="1926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3" name="Google Shape;293;p23"/>
          <p:cNvGrpSpPr/>
          <p:nvPr/>
        </p:nvGrpSpPr>
        <p:grpSpPr>
          <a:xfrm flipH="1" rot="-5400000">
            <a:off x="162316" y="2435865"/>
            <a:ext cx="394125" cy="271746"/>
            <a:chOff x="215225" y="4734875"/>
            <a:chExt cx="394125" cy="271800"/>
          </a:xfrm>
        </p:grpSpPr>
        <p:sp>
          <p:nvSpPr>
            <p:cNvPr id="294" name="Google Shape;294;p23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3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" name="Google Shape;296;p23"/>
          <p:cNvGrpSpPr/>
          <p:nvPr/>
        </p:nvGrpSpPr>
        <p:grpSpPr>
          <a:xfrm>
            <a:off x="973" y="-8375"/>
            <a:ext cx="9143739" cy="5152800"/>
            <a:chOff x="973" y="-8375"/>
            <a:chExt cx="9143739" cy="5152800"/>
          </a:xfrm>
        </p:grpSpPr>
        <p:cxnSp>
          <p:nvCxnSpPr>
            <p:cNvPr id="297" name="Google Shape;297;p23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23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23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4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4"/>
          <p:cNvSpPr/>
          <p:nvPr/>
        </p:nvSpPr>
        <p:spPr>
          <a:xfrm>
            <a:off x="0" y="0"/>
            <a:ext cx="4153200" cy="5143500"/>
          </a:xfrm>
          <a:prstGeom prst="rect">
            <a:avLst/>
          </a:prstGeom>
          <a:solidFill>
            <a:srgbClr val="092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92553"/>
              </a:solidFill>
            </a:endParaRPr>
          </a:p>
        </p:txBody>
      </p:sp>
      <p:grpSp>
        <p:nvGrpSpPr>
          <p:cNvPr id="303" name="Google Shape;303;p24"/>
          <p:cNvGrpSpPr/>
          <p:nvPr/>
        </p:nvGrpSpPr>
        <p:grpSpPr>
          <a:xfrm>
            <a:off x="-44825" y="535513"/>
            <a:ext cx="9247000" cy="13"/>
            <a:chOff x="-44825" y="535513"/>
            <a:chExt cx="9247000" cy="13"/>
          </a:xfrm>
        </p:grpSpPr>
        <p:cxnSp>
          <p:nvCxnSpPr>
            <p:cNvPr id="304" name="Google Shape;304;p24"/>
            <p:cNvCxnSpPr/>
            <p:nvPr/>
          </p:nvCxnSpPr>
          <p:spPr>
            <a:xfrm>
              <a:off x="-44825" y="535513"/>
              <a:ext cx="41985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24"/>
            <p:cNvCxnSpPr/>
            <p:nvPr/>
          </p:nvCxnSpPr>
          <p:spPr>
            <a:xfrm>
              <a:off x="4153775" y="535525"/>
              <a:ext cx="5048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6" name="Google Shape;306;p24"/>
          <p:cNvSpPr txBox="1"/>
          <p:nvPr>
            <p:ph type="ctrTitle"/>
          </p:nvPr>
        </p:nvSpPr>
        <p:spPr>
          <a:xfrm>
            <a:off x="4915200" y="862150"/>
            <a:ext cx="35136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5200"/>
              <a:buNone/>
              <a:defRPr sz="5200">
                <a:solidFill>
                  <a:srgbClr val="09255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5200"/>
              <a:buNone/>
              <a:defRPr sz="5200">
                <a:solidFill>
                  <a:srgbClr val="09255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5200"/>
              <a:buNone/>
              <a:defRPr sz="5200">
                <a:solidFill>
                  <a:srgbClr val="09255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5200"/>
              <a:buNone/>
              <a:defRPr sz="5200">
                <a:solidFill>
                  <a:srgbClr val="09255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5200"/>
              <a:buNone/>
              <a:defRPr sz="5200">
                <a:solidFill>
                  <a:srgbClr val="09255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5200"/>
              <a:buNone/>
              <a:defRPr sz="5200">
                <a:solidFill>
                  <a:srgbClr val="09255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5200"/>
              <a:buNone/>
              <a:defRPr sz="5200">
                <a:solidFill>
                  <a:srgbClr val="09255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5200"/>
              <a:buNone/>
              <a:defRPr sz="5200">
                <a:solidFill>
                  <a:srgbClr val="09255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5200"/>
              <a:buNone/>
              <a:defRPr sz="5200">
                <a:solidFill>
                  <a:srgbClr val="092553"/>
                </a:solidFill>
              </a:defRPr>
            </a:lvl9pPr>
          </a:lstStyle>
          <a:p/>
        </p:txBody>
      </p:sp>
      <p:sp>
        <p:nvSpPr>
          <p:cNvPr id="307" name="Google Shape;307;p24"/>
          <p:cNvSpPr txBox="1"/>
          <p:nvPr>
            <p:ph idx="1" type="subTitle"/>
          </p:nvPr>
        </p:nvSpPr>
        <p:spPr>
          <a:xfrm>
            <a:off x="4915275" y="1820675"/>
            <a:ext cx="3513600" cy="9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1200"/>
              <a:buNone/>
              <a:defRPr>
                <a:solidFill>
                  <a:srgbClr val="09255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1800"/>
              <a:buNone/>
              <a:defRPr sz="1800">
                <a:solidFill>
                  <a:srgbClr val="09255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1800"/>
              <a:buNone/>
              <a:defRPr sz="1800">
                <a:solidFill>
                  <a:srgbClr val="09255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1800"/>
              <a:buNone/>
              <a:defRPr sz="1800">
                <a:solidFill>
                  <a:srgbClr val="09255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1800"/>
              <a:buNone/>
              <a:defRPr sz="1800">
                <a:solidFill>
                  <a:srgbClr val="09255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1800"/>
              <a:buNone/>
              <a:defRPr sz="1800">
                <a:solidFill>
                  <a:srgbClr val="09255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1800"/>
              <a:buNone/>
              <a:defRPr sz="1800">
                <a:solidFill>
                  <a:srgbClr val="09255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1800"/>
              <a:buNone/>
              <a:defRPr sz="1800">
                <a:solidFill>
                  <a:srgbClr val="09255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553"/>
              </a:buClr>
              <a:buSzPts val="1800"/>
              <a:buNone/>
              <a:defRPr sz="1800">
                <a:solidFill>
                  <a:srgbClr val="09255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1" name="Google Shape;311;p25"/>
          <p:cNvGrpSpPr/>
          <p:nvPr/>
        </p:nvGrpSpPr>
        <p:grpSpPr>
          <a:xfrm>
            <a:off x="0" y="-14925"/>
            <a:ext cx="9151800" cy="5158500"/>
            <a:chOff x="0" y="-14925"/>
            <a:chExt cx="9151800" cy="5158500"/>
          </a:xfrm>
        </p:grpSpPr>
        <p:cxnSp>
          <p:nvCxnSpPr>
            <p:cNvPr id="312" name="Google Shape;312;p25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3" name="Google Shape;313;p25"/>
            <p:cNvCxnSpPr/>
            <p:nvPr/>
          </p:nvCxnSpPr>
          <p:spPr>
            <a:xfrm rot="10800000">
              <a:off x="343050" y="533475"/>
              <a:ext cx="0" cy="461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4" name="Google Shape;314;p25"/>
            <p:cNvCxnSpPr/>
            <p:nvPr/>
          </p:nvCxnSpPr>
          <p:spPr>
            <a:xfrm rot="10800000">
              <a:off x="343050" y="-14925"/>
              <a:ext cx="0" cy="54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15" name="Google Shape;315;p25"/>
          <p:cNvGrpSpPr/>
          <p:nvPr/>
        </p:nvGrpSpPr>
        <p:grpSpPr>
          <a:xfrm>
            <a:off x="8603888" y="123825"/>
            <a:ext cx="394125" cy="271800"/>
            <a:chOff x="215225" y="4734875"/>
            <a:chExt cx="394125" cy="271800"/>
          </a:xfrm>
        </p:grpSpPr>
        <p:sp>
          <p:nvSpPr>
            <p:cNvPr id="316" name="Google Shape;316;p25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5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6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6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1" name="Google Shape;321;p26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322" name="Google Shape;322;p26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4" name="Google Shape;324;p26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325" name="Google Shape;325;p26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26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26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Text"/>
              <a:buNone/>
              <a:defRPr sz="30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jp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Relationship Id="rId4" Type="http://schemas.openxmlformats.org/officeDocument/2006/relationships/image" Target="../media/image8.jpg"/><Relationship Id="rId9" Type="http://schemas.openxmlformats.org/officeDocument/2006/relationships/image" Target="../media/image25.jpg"/><Relationship Id="rId5" Type="http://schemas.openxmlformats.org/officeDocument/2006/relationships/image" Target="../media/image6.jpg"/><Relationship Id="rId6" Type="http://schemas.openxmlformats.org/officeDocument/2006/relationships/image" Target="../media/image19.jpg"/><Relationship Id="rId7" Type="http://schemas.openxmlformats.org/officeDocument/2006/relationships/image" Target="../media/image16.jpg"/><Relationship Id="rId8" Type="http://schemas.openxmlformats.org/officeDocument/2006/relationships/image" Target="../media/image20.jpg"/><Relationship Id="rId11" Type="http://schemas.openxmlformats.org/officeDocument/2006/relationships/image" Target="../media/image33.jpg"/><Relationship Id="rId10" Type="http://schemas.openxmlformats.org/officeDocument/2006/relationships/image" Target="../media/image18.jpg"/><Relationship Id="rId13" Type="http://schemas.openxmlformats.org/officeDocument/2006/relationships/image" Target="../media/image35.jpg"/><Relationship Id="rId12" Type="http://schemas.openxmlformats.org/officeDocument/2006/relationships/image" Target="../media/image28.jpg"/><Relationship Id="rId15" Type="http://schemas.openxmlformats.org/officeDocument/2006/relationships/image" Target="../media/image32.jpg"/><Relationship Id="rId14" Type="http://schemas.openxmlformats.org/officeDocument/2006/relationships/image" Target="../media/image34.jpg"/><Relationship Id="rId16" Type="http://schemas.openxmlformats.org/officeDocument/2006/relationships/image" Target="../media/image3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drive.google.com/file/d/1RIa9du-BvtClogDD9hRExJEJnsu1waCs/view" TargetMode="External"/><Relationship Id="rId4" Type="http://schemas.openxmlformats.org/officeDocument/2006/relationships/image" Target="../media/image3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2" name="Google Shape;332;p27"/>
          <p:cNvCxnSpPr/>
          <p:nvPr/>
        </p:nvCxnSpPr>
        <p:spPr>
          <a:xfrm>
            <a:off x="-286075" y="31524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27"/>
          <p:cNvSpPr txBox="1"/>
          <p:nvPr>
            <p:ph type="ctrTitle"/>
          </p:nvPr>
        </p:nvSpPr>
        <p:spPr>
          <a:xfrm>
            <a:off x="715100" y="1164850"/>
            <a:ext cx="7184400" cy="15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Generating Audio Descriptions for Videos Using Contrastive Language-Image Pre-Training (CLIP) Interrogation</a:t>
            </a:r>
            <a:endParaRPr sz="3600"/>
          </a:p>
        </p:txBody>
      </p:sp>
      <p:sp>
        <p:nvSpPr>
          <p:cNvPr id="334" name="Google Shape;334;p27"/>
          <p:cNvSpPr txBox="1"/>
          <p:nvPr>
            <p:ph idx="1" type="subTitle"/>
          </p:nvPr>
        </p:nvSpPr>
        <p:spPr>
          <a:xfrm>
            <a:off x="1866900" y="3721575"/>
            <a:ext cx="65619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Julia Chen</a:t>
            </a:r>
            <a:endParaRPr sz="1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Mobile Web Application Development Research Lab</a:t>
            </a:r>
            <a:endParaRPr sz="1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8"/>
          <p:cNvSpPr txBox="1"/>
          <p:nvPr>
            <p:ph type="title"/>
          </p:nvPr>
        </p:nvSpPr>
        <p:spPr>
          <a:xfrm>
            <a:off x="4485400" y="1809175"/>
            <a:ext cx="3943500" cy="9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40" name="Google Shape;340;p28"/>
          <p:cNvSpPr txBox="1"/>
          <p:nvPr>
            <p:ph idx="2" type="title"/>
          </p:nvPr>
        </p:nvSpPr>
        <p:spPr>
          <a:xfrm>
            <a:off x="715100" y="535000"/>
            <a:ext cx="1117500" cy="9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341" name="Google Shape;341;p28"/>
          <p:cNvCxnSpPr/>
          <p:nvPr/>
        </p:nvCxnSpPr>
        <p:spPr>
          <a:xfrm>
            <a:off x="-286075" y="31524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9"/>
          <p:cNvSpPr txBox="1"/>
          <p:nvPr>
            <p:ph type="title"/>
          </p:nvPr>
        </p:nvSpPr>
        <p:spPr>
          <a:xfrm>
            <a:off x="720000" y="661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Context</a:t>
            </a:r>
            <a:endParaRPr sz="3600"/>
          </a:p>
        </p:txBody>
      </p:sp>
      <p:sp>
        <p:nvSpPr>
          <p:cNvPr id="347" name="Google Shape;347;p29"/>
          <p:cNvSpPr txBox="1"/>
          <p:nvPr>
            <p:ph idx="1" type="body"/>
          </p:nvPr>
        </p:nvSpPr>
        <p:spPr>
          <a:xfrm>
            <a:off x="720000" y="1158300"/>
            <a:ext cx="43878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Audio descriptions</a:t>
            </a:r>
            <a:endParaRPr sz="24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Provide blind and low vision individuals information about key visual elements of a video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Typically manually transcribed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48" name="Google Shape;34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7925" y="1526688"/>
            <a:ext cx="3490800" cy="2090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0"/>
          <p:cNvSpPr txBox="1"/>
          <p:nvPr>
            <p:ph type="title"/>
          </p:nvPr>
        </p:nvSpPr>
        <p:spPr>
          <a:xfrm>
            <a:off x="720000" y="661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Objective</a:t>
            </a:r>
            <a:endParaRPr sz="3600"/>
          </a:p>
        </p:txBody>
      </p:sp>
      <p:sp>
        <p:nvSpPr>
          <p:cNvPr id="354" name="Google Shape;354;p30"/>
          <p:cNvSpPr txBox="1"/>
          <p:nvPr>
            <p:ph idx="1" type="body"/>
          </p:nvPr>
        </p:nvSpPr>
        <p:spPr>
          <a:xfrm>
            <a:off x="720000" y="1158300"/>
            <a:ext cx="74265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C</a:t>
            </a:r>
            <a:r>
              <a:rPr lang="en" sz="2400"/>
              <a:t>reate an algorithm that generates audio descriptions of videos for blind and low vision individuals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Audio descriptions should be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/>
              <a:t>Concise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/>
              <a:t>Accurate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/>
              <a:t>Generated efficiently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/>
          <p:nvPr>
            <p:ph type="title"/>
          </p:nvPr>
        </p:nvSpPr>
        <p:spPr>
          <a:xfrm>
            <a:off x="720000" y="661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Background</a:t>
            </a:r>
            <a:endParaRPr sz="3600"/>
          </a:p>
        </p:txBody>
      </p:sp>
      <p:sp>
        <p:nvSpPr>
          <p:cNvPr id="360" name="Google Shape;360;p31"/>
          <p:cNvSpPr txBox="1"/>
          <p:nvPr>
            <p:ph idx="1" type="body"/>
          </p:nvPr>
        </p:nvSpPr>
        <p:spPr>
          <a:xfrm>
            <a:off x="720000" y="1158300"/>
            <a:ext cx="77334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Contrastive Language-Image Pre-training (CLIP)</a:t>
            </a:r>
            <a:endParaRPr sz="24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Embeds images and text to a shared vector space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Embeddings are optimized during training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3420" l="0" r="50000" t="7738"/>
          <a:stretch/>
        </p:blipFill>
        <p:spPr>
          <a:xfrm>
            <a:off x="989225" y="2372400"/>
            <a:ext cx="2987175" cy="203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2250" y="2372400"/>
            <a:ext cx="3552523" cy="203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2"/>
          <p:cNvSpPr txBox="1"/>
          <p:nvPr>
            <p:ph type="title"/>
          </p:nvPr>
        </p:nvSpPr>
        <p:spPr>
          <a:xfrm>
            <a:off x="720000" y="661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Background</a:t>
            </a:r>
            <a:endParaRPr sz="3600"/>
          </a:p>
        </p:txBody>
      </p:sp>
      <p:sp>
        <p:nvSpPr>
          <p:cNvPr id="368" name="Google Shape;368;p32"/>
          <p:cNvSpPr txBox="1"/>
          <p:nvPr>
            <p:ph idx="1" type="body"/>
          </p:nvPr>
        </p:nvSpPr>
        <p:spPr>
          <a:xfrm>
            <a:off x="720000" y="1158300"/>
            <a:ext cx="70083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Image Interrogation</a:t>
            </a:r>
            <a:endParaRPr sz="24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Generates prompt that would have produced the given ima</a:t>
            </a:r>
            <a:r>
              <a:rPr lang="en" sz="2000"/>
              <a:t>ge</a:t>
            </a:r>
            <a:endParaRPr sz="2000"/>
          </a:p>
        </p:txBody>
      </p:sp>
      <p:sp>
        <p:nvSpPr>
          <p:cNvPr id="369" name="Google Shape;369;p32"/>
          <p:cNvSpPr txBox="1"/>
          <p:nvPr/>
        </p:nvSpPr>
        <p:spPr>
          <a:xfrm>
            <a:off x="4572000" y="2395325"/>
            <a:ext cx="3852000" cy="1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 cliff with a waterfall in the middle, imax 7. 0 mm footage, imax photography 4 k, ocean cliff view, cinematic lens flare, beautiful cinematography, anamorphic lens flares, stunning cinematography, anamorphic lens flare, neil blomkamp film landscape, shot on anamorphic lenses, anamorphic cinematography, imax cinematography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370" name="Google Shape;370;p32" title="frame_0000220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112" y="2395325"/>
            <a:ext cx="3443774" cy="193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720000" y="661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Background</a:t>
            </a:r>
            <a:endParaRPr sz="3600"/>
          </a:p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720000" y="1158300"/>
            <a:ext cx="66558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Hierarchical clustering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Creates clusters of different granularities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77" name="Google Shape;37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1341" y="2148226"/>
            <a:ext cx="4101322" cy="224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4"/>
          <p:cNvSpPr txBox="1"/>
          <p:nvPr>
            <p:ph type="title"/>
          </p:nvPr>
        </p:nvSpPr>
        <p:spPr>
          <a:xfrm>
            <a:off x="720000" y="661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Background</a:t>
            </a:r>
            <a:endParaRPr sz="3600"/>
          </a:p>
        </p:txBody>
      </p:sp>
      <p:sp>
        <p:nvSpPr>
          <p:cNvPr id="383" name="Google Shape;383;p34"/>
          <p:cNvSpPr txBox="1"/>
          <p:nvPr>
            <p:ph idx="1" type="body"/>
          </p:nvPr>
        </p:nvSpPr>
        <p:spPr>
          <a:xfrm>
            <a:off x="720000" y="1158300"/>
            <a:ext cx="63723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JPEG file size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Quantify image complexity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84" name="Google Shape;384;p34" title="frame_0000254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400" y="2184025"/>
            <a:ext cx="3420725" cy="19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1952613" y="4108175"/>
            <a:ext cx="11223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185 KB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386" name="Google Shape;386;p34" title="frame_00003524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873" y="2184013"/>
            <a:ext cx="3420725" cy="192416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4"/>
          <p:cNvSpPr txBox="1"/>
          <p:nvPr/>
        </p:nvSpPr>
        <p:spPr>
          <a:xfrm>
            <a:off x="6069075" y="4108175"/>
            <a:ext cx="11223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422 </a:t>
            </a: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KB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5"/>
          <p:cNvSpPr txBox="1"/>
          <p:nvPr>
            <p:ph type="title"/>
          </p:nvPr>
        </p:nvSpPr>
        <p:spPr>
          <a:xfrm>
            <a:off x="4485400" y="1809175"/>
            <a:ext cx="3943500" cy="9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393" name="Google Shape;393;p35"/>
          <p:cNvSpPr txBox="1"/>
          <p:nvPr>
            <p:ph idx="2" type="title"/>
          </p:nvPr>
        </p:nvSpPr>
        <p:spPr>
          <a:xfrm>
            <a:off x="715100" y="535000"/>
            <a:ext cx="1117500" cy="9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394" name="Google Shape;394;p35"/>
          <p:cNvCxnSpPr/>
          <p:nvPr/>
        </p:nvCxnSpPr>
        <p:spPr>
          <a:xfrm>
            <a:off x="-286075" y="31524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720000" y="661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Libraries</a:t>
            </a:r>
            <a:endParaRPr sz="3600"/>
          </a:p>
        </p:txBody>
      </p:sp>
      <p:sp>
        <p:nvSpPr>
          <p:cNvPr id="400" name="Google Shape;400;p36"/>
          <p:cNvSpPr txBox="1"/>
          <p:nvPr>
            <p:ph idx="1" type="body"/>
          </p:nvPr>
        </p:nvSpPr>
        <p:spPr>
          <a:xfrm>
            <a:off x="720000" y="1234500"/>
            <a:ext cx="38520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OpenCV 2 (cv2)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scipy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gTTS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pydub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401" name="Google Shape;40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4775" y="857250"/>
            <a:ext cx="1513350" cy="151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3875" y="1189525"/>
            <a:ext cx="1708202" cy="1874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7675" y="2580700"/>
            <a:ext cx="1387100" cy="138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6"/>
          <p:cNvPicPr preferRelativeResize="0"/>
          <p:nvPr/>
        </p:nvPicPr>
        <p:blipFill rotWithShape="1">
          <a:blip r:embed="rId6">
            <a:alphaModFix/>
          </a:blip>
          <a:srcRect b="0" l="22776" r="19589" t="0"/>
          <a:stretch/>
        </p:blipFill>
        <p:spPr>
          <a:xfrm>
            <a:off x="5086788" y="2663776"/>
            <a:ext cx="1387099" cy="162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7"/>
          <p:cNvSpPr txBox="1"/>
          <p:nvPr>
            <p:ph type="title"/>
          </p:nvPr>
        </p:nvSpPr>
        <p:spPr>
          <a:xfrm>
            <a:off x="720000" y="661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Algorithm Design</a:t>
            </a:r>
            <a:endParaRPr sz="3600"/>
          </a:p>
        </p:txBody>
      </p:sp>
      <p:sp>
        <p:nvSpPr>
          <p:cNvPr id="410" name="Google Shape;410;p37"/>
          <p:cNvSpPr txBox="1"/>
          <p:nvPr>
            <p:ph idx="1" type="body"/>
          </p:nvPr>
        </p:nvSpPr>
        <p:spPr>
          <a:xfrm>
            <a:off x="720000" y="1158300"/>
            <a:ext cx="41877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Frame selection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Separate video into frames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Quantify using JPEG image size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411" name="Google Shape;411;p37"/>
          <p:cNvPicPr preferRelativeResize="0"/>
          <p:nvPr/>
        </p:nvPicPr>
        <p:blipFill rotWithShape="1">
          <a:blip r:embed="rId3">
            <a:alphaModFix/>
          </a:blip>
          <a:srcRect b="52662" l="0" r="0" t="0"/>
          <a:stretch/>
        </p:blipFill>
        <p:spPr>
          <a:xfrm>
            <a:off x="4979150" y="1467025"/>
            <a:ext cx="3667176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9150" y="2688625"/>
            <a:ext cx="1347599" cy="134759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7"/>
          <p:cNvSpPr txBox="1"/>
          <p:nvPr/>
        </p:nvSpPr>
        <p:spPr>
          <a:xfrm>
            <a:off x="6721775" y="3175475"/>
            <a:ext cx="15597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12121"/>
                </a:solidFill>
                <a:latin typeface="Arimo"/>
                <a:ea typeface="Arimo"/>
                <a:cs typeface="Arimo"/>
                <a:sym typeface="Arimo"/>
              </a:rPr>
              <a:t>493 KB</a:t>
            </a:r>
            <a:endParaRPr sz="2200">
              <a:solidFill>
                <a:srgbClr val="21212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14" name="Google Shape;414;p37"/>
          <p:cNvSpPr txBox="1"/>
          <p:nvPr/>
        </p:nvSpPr>
        <p:spPr>
          <a:xfrm>
            <a:off x="6048150" y="2921300"/>
            <a:ext cx="1033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212121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  <a:endParaRPr sz="4800">
              <a:solidFill>
                <a:srgbClr val="21212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8"/>
          <p:cNvSpPr txBox="1"/>
          <p:nvPr>
            <p:ph type="title"/>
          </p:nvPr>
        </p:nvSpPr>
        <p:spPr>
          <a:xfrm>
            <a:off x="720000" y="661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Algorithm Design</a:t>
            </a:r>
            <a:endParaRPr sz="3600"/>
          </a:p>
        </p:txBody>
      </p:sp>
      <p:sp>
        <p:nvSpPr>
          <p:cNvPr id="420" name="Google Shape;420;p38"/>
          <p:cNvSpPr txBox="1"/>
          <p:nvPr>
            <p:ph idx="1" type="body"/>
          </p:nvPr>
        </p:nvSpPr>
        <p:spPr>
          <a:xfrm>
            <a:off x="720000" y="1158300"/>
            <a:ext cx="70686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Frame selection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Perform hierarchical clustering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Select frame in center of each cluster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421" name="Google Shape;42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462" y="2485000"/>
            <a:ext cx="3607075" cy="197415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8"/>
          <p:cNvSpPr/>
          <p:nvPr/>
        </p:nvSpPr>
        <p:spPr>
          <a:xfrm>
            <a:off x="3457425" y="4120525"/>
            <a:ext cx="241200" cy="241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3" name="Google Shape;423;p38"/>
          <p:cNvSpPr/>
          <p:nvPr/>
        </p:nvSpPr>
        <p:spPr>
          <a:xfrm>
            <a:off x="4401525" y="4120525"/>
            <a:ext cx="241200" cy="241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4" name="Google Shape;424;p38"/>
          <p:cNvSpPr/>
          <p:nvPr/>
        </p:nvSpPr>
        <p:spPr>
          <a:xfrm>
            <a:off x="5108650" y="4120525"/>
            <a:ext cx="241200" cy="241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5" name="Google Shape;425;p38"/>
          <p:cNvSpPr/>
          <p:nvPr/>
        </p:nvSpPr>
        <p:spPr>
          <a:xfrm>
            <a:off x="5815775" y="4120525"/>
            <a:ext cx="241200" cy="241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9"/>
          <p:cNvSpPr txBox="1"/>
          <p:nvPr>
            <p:ph type="title"/>
          </p:nvPr>
        </p:nvSpPr>
        <p:spPr>
          <a:xfrm>
            <a:off x="720000" y="661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Algorithm Design</a:t>
            </a:r>
            <a:endParaRPr sz="3600"/>
          </a:p>
        </p:txBody>
      </p:sp>
      <p:sp>
        <p:nvSpPr>
          <p:cNvPr id="431" name="Google Shape;431;p39"/>
          <p:cNvSpPr txBox="1"/>
          <p:nvPr>
            <p:ph idx="1" type="body"/>
          </p:nvPr>
        </p:nvSpPr>
        <p:spPr>
          <a:xfrm>
            <a:off x="720000" y="1158300"/>
            <a:ext cx="61104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Description generation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CLIP Interrogator analyzes selected frames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Description generated is associated with the cluster the frame represents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432" name="Google Shape;432;p39" title="frame_0000220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3268" y="3296374"/>
            <a:ext cx="1927627" cy="1084274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9"/>
          <p:cNvSpPr txBox="1"/>
          <p:nvPr/>
        </p:nvSpPr>
        <p:spPr>
          <a:xfrm>
            <a:off x="3939338" y="3379450"/>
            <a:ext cx="1033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212121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  <a:endParaRPr sz="4800">
              <a:solidFill>
                <a:srgbClr val="21212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34" name="Google Shape;434;p39"/>
          <p:cNvSpPr txBox="1"/>
          <p:nvPr/>
        </p:nvSpPr>
        <p:spPr>
          <a:xfrm>
            <a:off x="4668338" y="3525475"/>
            <a:ext cx="25224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 cliff with a waterfall in the middle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0"/>
          <p:cNvSpPr txBox="1"/>
          <p:nvPr>
            <p:ph type="title"/>
          </p:nvPr>
        </p:nvSpPr>
        <p:spPr>
          <a:xfrm>
            <a:off x="720000" y="661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Challenges</a:t>
            </a:r>
            <a:endParaRPr sz="3600"/>
          </a:p>
        </p:txBody>
      </p:sp>
      <p:sp>
        <p:nvSpPr>
          <p:cNvPr id="440" name="Google Shape;440;p40"/>
          <p:cNvSpPr txBox="1"/>
          <p:nvPr>
            <p:ph idx="1" type="body"/>
          </p:nvPr>
        </p:nvSpPr>
        <p:spPr>
          <a:xfrm>
            <a:off x="720000" y="1158300"/>
            <a:ext cx="6980100" cy="12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You Only Look Once Version 11 (</a:t>
            </a:r>
            <a:r>
              <a:rPr lang="en" sz="2400"/>
              <a:t>YOLOv11)</a:t>
            </a:r>
            <a:endParaRPr sz="20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As frame selection metric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441" name="Google Shape;44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3325" y="2165463"/>
            <a:ext cx="3185351" cy="179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3650" y="2164196"/>
            <a:ext cx="3185350" cy="1792992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0"/>
          <p:cNvSpPr txBox="1"/>
          <p:nvPr/>
        </p:nvSpPr>
        <p:spPr>
          <a:xfrm>
            <a:off x="1653300" y="3955900"/>
            <a:ext cx="198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3 chairs, 2 tvs</a:t>
            </a:r>
            <a:endParaRPr sz="2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4" name="Google Shape;444;p40"/>
          <p:cNvSpPr txBox="1"/>
          <p:nvPr/>
        </p:nvSpPr>
        <p:spPr>
          <a:xfrm>
            <a:off x="5413625" y="3955900"/>
            <a:ext cx="198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4 </a:t>
            </a:r>
            <a:r>
              <a:rPr lang="en" sz="2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chairs, 3 tvs</a:t>
            </a:r>
            <a:endParaRPr sz="2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1"/>
          <p:cNvSpPr txBox="1"/>
          <p:nvPr>
            <p:ph type="title"/>
          </p:nvPr>
        </p:nvSpPr>
        <p:spPr>
          <a:xfrm>
            <a:off x="720000" y="661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Challenges</a:t>
            </a:r>
            <a:endParaRPr sz="3600"/>
          </a:p>
        </p:txBody>
      </p:sp>
      <p:sp>
        <p:nvSpPr>
          <p:cNvPr id="450" name="Google Shape;450;p41"/>
          <p:cNvSpPr txBox="1"/>
          <p:nvPr>
            <p:ph idx="1" type="body"/>
          </p:nvPr>
        </p:nvSpPr>
        <p:spPr>
          <a:xfrm>
            <a:off x="720000" y="1158300"/>
            <a:ext cx="37212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K-means clustering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As frame selection algorithm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451" name="Google Shape;45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42799"/>
            <a:ext cx="3988400" cy="32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2"/>
          <p:cNvSpPr txBox="1"/>
          <p:nvPr>
            <p:ph type="title"/>
          </p:nvPr>
        </p:nvSpPr>
        <p:spPr>
          <a:xfrm>
            <a:off x="1413500" y="1809175"/>
            <a:ext cx="7015800" cy="9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Discussion</a:t>
            </a:r>
            <a:endParaRPr/>
          </a:p>
        </p:txBody>
      </p:sp>
      <p:sp>
        <p:nvSpPr>
          <p:cNvPr id="457" name="Google Shape;457;p42"/>
          <p:cNvSpPr txBox="1"/>
          <p:nvPr>
            <p:ph idx="2" type="title"/>
          </p:nvPr>
        </p:nvSpPr>
        <p:spPr>
          <a:xfrm>
            <a:off x="715100" y="535000"/>
            <a:ext cx="1117500" cy="9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458" name="Google Shape;458;p42"/>
          <p:cNvCxnSpPr/>
          <p:nvPr/>
        </p:nvCxnSpPr>
        <p:spPr>
          <a:xfrm>
            <a:off x="-286075" y="31524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3"/>
          <p:cNvSpPr txBox="1"/>
          <p:nvPr>
            <p:ph type="title"/>
          </p:nvPr>
        </p:nvSpPr>
        <p:spPr>
          <a:xfrm>
            <a:off x="720000" y="661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Input Video</a:t>
            </a:r>
            <a:endParaRPr sz="3600"/>
          </a:p>
        </p:txBody>
      </p:sp>
      <p:sp>
        <p:nvSpPr>
          <p:cNvPr id="464" name="Google Shape;464;p43"/>
          <p:cNvSpPr txBox="1"/>
          <p:nvPr>
            <p:ph idx="1" type="body"/>
          </p:nvPr>
        </p:nvSpPr>
        <p:spPr>
          <a:xfrm>
            <a:off x="720000" y="1234500"/>
            <a:ext cx="43986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Clip from</a:t>
            </a:r>
            <a:r>
              <a:rPr i="1" lang="en" sz="2400"/>
              <a:t> Antarctica: Home at the End of the Earth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Concrete subjects and landscapes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Camera pans, moving subjects, and </a:t>
            </a:r>
            <a:r>
              <a:rPr lang="en" sz="2400"/>
              <a:t>jump cuts</a:t>
            </a:r>
            <a:endParaRPr sz="2400"/>
          </a:p>
        </p:txBody>
      </p:sp>
      <p:pic>
        <p:nvPicPr>
          <p:cNvPr id="465" name="Google Shape;46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4175" y="1522125"/>
            <a:ext cx="3403876" cy="19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4"/>
          <p:cNvSpPr txBox="1"/>
          <p:nvPr>
            <p:ph type="title"/>
          </p:nvPr>
        </p:nvSpPr>
        <p:spPr>
          <a:xfrm>
            <a:off x="720000" y="661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Results</a:t>
            </a:r>
            <a:endParaRPr sz="3600"/>
          </a:p>
        </p:txBody>
      </p:sp>
      <p:grpSp>
        <p:nvGrpSpPr>
          <p:cNvPr id="471" name="Google Shape;471;p44"/>
          <p:cNvGrpSpPr/>
          <p:nvPr/>
        </p:nvGrpSpPr>
        <p:grpSpPr>
          <a:xfrm>
            <a:off x="865488" y="1234501"/>
            <a:ext cx="7413024" cy="3182276"/>
            <a:chOff x="865488" y="1234501"/>
            <a:chExt cx="7413024" cy="3182276"/>
          </a:xfrm>
        </p:grpSpPr>
        <p:pic>
          <p:nvPicPr>
            <p:cNvPr id="472" name="Google Shape;472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5488" y="1234501"/>
              <a:ext cx="7413024" cy="3182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73" name="Google Shape;473;p44"/>
            <p:cNvCxnSpPr/>
            <p:nvPr/>
          </p:nvCxnSpPr>
          <p:spPr>
            <a:xfrm>
              <a:off x="1080150" y="3944975"/>
              <a:ext cx="714630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5"/>
          <p:cNvSpPr txBox="1"/>
          <p:nvPr>
            <p:ph type="title"/>
          </p:nvPr>
        </p:nvSpPr>
        <p:spPr>
          <a:xfrm>
            <a:off x="720000" y="661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Results</a:t>
            </a:r>
            <a:endParaRPr sz="3600"/>
          </a:p>
        </p:txBody>
      </p:sp>
      <p:pic>
        <p:nvPicPr>
          <p:cNvPr id="479" name="Google Shape;479;p45" title="frame_0000003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999" y="1234500"/>
            <a:ext cx="1598904" cy="899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5" title="frame_0000024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742" y="1234502"/>
            <a:ext cx="1598904" cy="899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5" title="frame_00000644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5488" y="1234530"/>
            <a:ext cx="1598904" cy="899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45" title="frame_00001028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3260" y="1234527"/>
            <a:ext cx="1598870" cy="899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5" title="frame_00001096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30971" y="1234525"/>
            <a:ext cx="1598870" cy="899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45" title="frame_00001532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0000" y="2289468"/>
            <a:ext cx="1598904" cy="89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45" title="frame_00001908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47749" y="2289469"/>
            <a:ext cx="1598904" cy="89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45" title="frame_00002200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75496" y="2289469"/>
            <a:ext cx="1598904" cy="89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45" title="frame_00002428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03212" y="2289469"/>
            <a:ext cx="1598904" cy="89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 title="frame_00002544.jp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230923" y="2289458"/>
            <a:ext cx="1598899" cy="899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45" title="frame_00002864.jp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20003" y="3344416"/>
            <a:ext cx="1598904" cy="899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45" title="frame_00003212.jp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047751" y="3344422"/>
            <a:ext cx="1598894" cy="899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45" title="frame_00003524.jp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503250" y="3344422"/>
            <a:ext cx="1598904" cy="899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45" title="frame_00003340.jp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775495" y="3344419"/>
            <a:ext cx="1598904" cy="899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46" title="audio_desc_final - Made with Clipchamp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" y="-18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7"/>
          <p:cNvSpPr txBox="1"/>
          <p:nvPr>
            <p:ph type="title"/>
          </p:nvPr>
        </p:nvSpPr>
        <p:spPr>
          <a:xfrm>
            <a:off x="720000" y="661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Success</a:t>
            </a:r>
            <a:r>
              <a:rPr lang="en" sz="3600"/>
              <a:t>es</a:t>
            </a:r>
            <a:endParaRPr sz="3600"/>
          </a:p>
        </p:txBody>
      </p:sp>
      <p:sp>
        <p:nvSpPr>
          <p:cNvPr id="503" name="Google Shape;503;p47"/>
          <p:cNvSpPr txBox="1"/>
          <p:nvPr>
            <p:ph idx="1" type="body"/>
          </p:nvPr>
        </p:nvSpPr>
        <p:spPr>
          <a:xfrm>
            <a:off x="720000" y="1234500"/>
            <a:ext cx="71598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Descriptions are concise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Frequency of descriptions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Some accurate descriptions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Frame selection </a:t>
            </a:r>
            <a:r>
              <a:rPr lang="en" sz="2400"/>
              <a:t>algorithm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Selects representative frames</a:t>
            </a:r>
            <a:endParaRPr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8"/>
          <p:cNvSpPr txBox="1"/>
          <p:nvPr>
            <p:ph type="title"/>
          </p:nvPr>
        </p:nvSpPr>
        <p:spPr>
          <a:xfrm>
            <a:off x="720000" y="661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Limitations</a:t>
            </a:r>
            <a:endParaRPr sz="3600"/>
          </a:p>
        </p:txBody>
      </p:sp>
      <p:sp>
        <p:nvSpPr>
          <p:cNvPr id="509" name="Google Shape;509;p48"/>
          <p:cNvSpPr txBox="1"/>
          <p:nvPr>
            <p:ph idx="1" type="body"/>
          </p:nvPr>
        </p:nvSpPr>
        <p:spPr>
          <a:xfrm>
            <a:off x="720000" y="1234500"/>
            <a:ext cx="38520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/>
              <a:t>Inaccurate descriptions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Unable to consider context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Audio description alignment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Expensive runtime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12 seconds of processing per second of video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510" name="Google Shape;51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9275" y="1340525"/>
            <a:ext cx="3766300" cy="211855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8"/>
          <p:cNvSpPr txBox="1"/>
          <p:nvPr/>
        </p:nvSpPr>
        <p:spPr>
          <a:xfrm>
            <a:off x="4636425" y="3459075"/>
            <a:ext cx="385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 seal swimming in the ocean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9"/>
          <p:cNvSpPr txBox="1"/>
          <p:nvPr>
            <p:ph type="title"/>
          </p:nvPr>
        </p:nvSpPr>
        <p:spPr>
          <a:xfrm>
            <a:off x="4485400" y="1809175"/>
            <a:ext cx="3943500" cy="9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17" name="Google Shape;517;p49"/>
          <p:cNvSpPr txBox="1"/>
          <p:nvPr>
            <p:ph idx="2" type="title"/>
          </p:nvPr>
        </p:nvSpPr>
        <p:spPr>
          <a:xfrm>
            <a:off x="715100" y="535000"/>
            <a:ext cx="1117500" cy="9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518" name="Google Shape;518;p49"/>
          <p:cNvCxnSpPr/>
          <p:nvPr/>
        </p:nvCxnSpPr>
        <p:spPr>
          <a:xfrm>
            <a:off x="-286075" y="31524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0"/>
          <p:cNvSpPr txBox="1"/>
          <p:nvPr>
            <p:ph type="title"/>
          </p:nvPr>
        </p:nvSpPr>
        <p:spPr>
          <a:xfrm>
            <a:off x="720000" y="661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Significance</a:t>
            </a:r>
            <a:endParaRPr sz="3600"/>
          </a:p>
        </p:txBody>
      </p:sp>
      <p:sp>
        <p:nvSpPr>
          <p:cNvPr id="524" name="Google Shape;524;p50"/>
          <p:cNvSpPr txBox="1"/>
          <p:nvPr>
            <p:ph idx="1" type="body"/>
          </p:nvPr>
        </p:nvSpPr>
        <p:spPr>
          <a:xfrm>
            <a:off x="720000" y="1234500"/>
            <a:ext cx="71697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Developed novel </a:t>
            </a:r>
            <a:r>
              <a:rPr lang="en" sz="2400"/>
              <a:t>algorithm</a:t>
            </a:r>
            <a:r>
              <a:rPr lang="en" sz="2400"/>
              <a:t> to generate audio descriptions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Frame selection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⤷"/>
            </a:pPr>
            <a:r>
              <a:rPr lang="en" sz="2400"/>
              <a:t>Hierarchical clustering on JPEG image sizes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Description generation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⤷"/>
            </a:pPr>
            <a:r>
              <a:rPr lang="en" sz="2400"/>
              <a:t>CLIP interrogation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1"/>
          <p:cNvSpPr txBox="1"/>
          <p:nvPr>
            <p:ph type="title"/>
          </p:nvPr>
        </p:nvSpPr>
        <p:spPr>
          <a:xfrm>
            <a:off x="720000" y="661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Future Work</a:t>
            </a:r>
            <a:endParaRPr sz="3600"/>
          </a:p>
        </p:txBody>
      </p:sp>
      <p:sp>
        <p:nvSpPr>
          <p:cNvPr id="530" name="Google Shape;530;p51"/>
          <p:cNvSpPr txBox="1"/>
          <p:nvPr>
            <p:ph idx="1" type="body"/>
          </p:nvPr>
        </p:nvSpPr>
        <p:spPr>
          <a:xfrm>
            <a:off x="720000" y="1234500"/>
            <a:ext cx="70407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Optimizing runtime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Improving CLIP model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Description generation that considers previous context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Improving clusters to </a:t>
            </a:r>
            <a:r>
              <a:rPr lang="en" sz="2400"/>
              <a:t>align with video jump cuts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2"/>
          <p:cNvSpPr txBox="1"/>
          <p:nvPr>
            <p:ph type="title"/>
          </p:nvPr>
        </p:nvSpPr>
        <p:spPr>
          <a:xfrm>
            <a:off x="720000" y="1042800"/>
            <a:ext cx="4561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Acknowledgements</a:t>
            </a:r>
            <a:endParaRPr sz="3600"/>
          </a:p>
        </p:txBody>
      </p:sp>
      <p:sp>
        <p:nvSpPr>
          <p:cNvPr id="536" name="Google Shape;536;p52"/>
          <p:cNvSpPr txBox="1"/>
          <p:nvPr>
            <p:ph idx="1" type="body"/>
          </p:nvPr>
        </p:nvSpPr>
        <p:spPr>
          <a:xfrm>
            <a:off x="720000" y="1615500"/>
            <a:ext cx="75045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Special thanks </a:t>
            </a:r>
            <a:r>
              <a:rPr lang="en" sz="2400"/>
              <a:t>to Mr. Kosek for guiding and advising me for this project and thank you to my peers for providing feedback and support.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3"/>
          <p:cNvSpPr txBox="1"/>
          <p:nvPr>
            <p:ph type="ctrTitle"/>
          </p:nvPr>
        </p:nvSpPr>
        <p:spPr>
          <a:xfrm>
            <a:off x="4915200" y="1547950"/>
            <a:ext cx="35136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cxnSp>
        <p:nvCxnSpPr>
          <p:cNvPr id="542" name="Google Shape;542;p53"/>
          <p:cNvCxnSpPr/>
          <p:nvPr/>
        </p:nvCxnSpPr>
        <p:spPr>
          <a:xfrm rot="10800000">
            <a:off x="1972225" y="-37800"/>
            <a:ext cx="0" cy="5219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43" name="Google Shape;543;p53"/>
          <p:cNvGrpSpPr/>
          <p:nvPr/>
        </p:nvGrpSpPr>
        <p:grpSpPr>
          <a:xfrm flipH="1">
            <a:off x="2034866" y="4275565"/>
            <a:ext cx="394125" cy="271746"/>
            <a:chOff x="215225" y="4734875"/>
            <a:chExt cx="394125" cy="271800"/>
          </a:xfrm>
        </p:grpSpPr>
        <p:sp>
          <p:nvSpPr>
            <p:cNvPr id="544" name="Google Shape;544;p53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53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6" name="Google Shape;546;p53"/>
          <p:cNvSpPr txBox="1"/>
          <p:nvPr/>
        </p:nvSpPr>
        <p:spPr>
          <a:xfrm>
            <a:off x="5407800" y="2545750"/>
            <a:ext cx="24051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Any questions?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gant and Clean Case Report by Slidesgo">
  <a:themeElements>
    <a:clrScheme name="Simple Light">
      <a:dk1>
        <a:srgbClr val="092F53"/>
      </a:dk1>
      <a:lt1>
        <a:srgbClr val="EBEBEB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F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